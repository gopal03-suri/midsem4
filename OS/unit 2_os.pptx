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63" r:id="rId3"/>
    <p:sldId id="264" r:id="rId4"/>
    <p:sldId id="265" r:id="rId5"/>
    <p:sldId id="266" r:id="rId6"/>
    <p:sldId id="267" r:id="rId7"/>
    <p:sldId id="268" r:id="rId8"/>
    <p:sldId id="257" r:id="rId9"/>
    <p:sldId id="270" r:id="rId10"/>
    <p:sldId id="271" r:id="rId11"/>
    <p:sldId id="272" r:id="rId12"/>
    <p:sldId id="258" r:id="rId13"/>
    <p:sldId id="282" r:id="rId14"/>
    <p:sldId id="283" r:id="rId15"/>
    <p:sldId id="284" r:id="rId16"/>
    <p:sldId id="273" r:id="rId17"/>
    <p:sldId id="259" r:id="rId18"/>
    <p:sldId id="274" r:id="rId19"/>
    <p:sldId id="260" r:id="rId20"/>
    <p:sldId id="261" r:id="rId21"/>
    <p:sldId id="262" r:id="rId22"/>
    <p:sldId id="275" r:id="rId23"/>
    <p:sldId id="276" r:id="rId24"/>
    <p:sldId id="277" r:id="rId25"/>
    <p:sldId id="278" r:id="rId26"/>
    <p:sldId id="279" r:id="rId27"/>
    <p:sldId id="285" r:id="rId28"/>
    <p:sldId id="280"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4068E6-3218-48D9-9A57-65ECD05F7373}" v="85" dt="2025-12-16T05:18:41.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5" d="100"/>
          <a:sy n="55" d="100"/>
        </p:scale>
        <p:origin x="10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UPADHYAY" userId="62903daba79aa21d" providerId="LiveId" clId="{6ECF829F-8CB3-4682-87EE-E76EBA6CAE12}"/>
    <pc:docChg chg="undo custSel addSld delSld modSld sldOrd">
      <pc:chgData name="SAKSHI UPADHYAY" userId="62903daba79aa21d" providerId="LiveId" clId="{6ECF829F-8CB3-4682-87EE-E76EBA6CAE12}" dt="2025-12-16T05:24:48.795" v="1243" actId="14100"/>
      <pc:docMkLst>
        <pc:docMk/>
      </pc:docMkLst>
      <pc:sldChg chg="modSp new del mod ord">
        <pc:chgData name="SAKSHI UPADHYAY" userId="62903daba79aa21d" providerId="LiveId" clId="{6ECF829F-8CB3-4682-87EE-E76EBA6CAE12}" dt="2025-12-15T07:18:30.747" v="795" actId="2696"/>
        <pc:sldMkLst>
          <pc:docMk/>
          <pc:sldMk cId="4021892819" sldId="256"/>
        </pc:sldMkLst>
        <pc:spChg chg="mod">
          <ac:chgData name="SAKSHI UPADHYAY" userId="62903daba79aa21d" providerId="LiveId" clId="{6ECF829F-8CB3-4682-87EE-E76EBA6CAE12}" dt="2025-12-15T05:55:26.427" v="374"/>
          <ac:spMkLst>
            <pc:docMk/>
            <pc:sldMk cId="4021892819" sldId="256"/>
            <ac:spMk id="2" creationId="{E0C68907-5B7C-36EF-E2DA-F3793014439B}"/>
          </ac:spMkLst>
        </pc:spChg>
      </pc:sldChg>
      <pc:sldChg chg="modSp new mod ord">
        <pc:chgData name="SAKSHI UPADHYAY" userId="62903daba79aa21d" providerId="LiveId" clId="{6ECF829F-8CB3-4682-87EE-E76EBA6CAE12}" dt="2025-12-11T04:43:43.472" v="71"/>
        <pc:sldMkLst>
          <pc:docMk/>
          <pc:sldMk cId="1892015826" sldId="257"/>
        </pc:sldMkLst>
        <pc:spChg chg="mod">
          <ac:chgData name="SAKSHI UPADHYAY" userId="62903daba79aa21d" providerId="LiveId" clId="{6ECF829F-8CB3-4682-87EE-E76EBA6CAE12}" dt="2025-12-11T04:42:58.332" v="61" actId="14100"/>
          <ac:spMkLst>
            <pc:docMk/>
            <pc:sldMk cId="1892015826" sldId="257"/>
            <ac:spMk id="2" creationId="{3A9460E7-5756-1084-325A-2F5A7FD0AFCA}"/>
          </ac:spMkLst>
        </pc:spChg>
        <pc:spChg chg="mod">
          <ac:chgData name="SAKSHI UPADHYAY" userId="62903daba79aa21d" providerId="LiveId" clId="{6ECF829F-8CB3-4682-87EE-E76EBA6CAE12}" dt="2025-12-11T04:43:29.587" v="69" actId="5793"/>
          <ac:spMkLst>
            <pc:docMk/>
            <pc:sldMk cId="1892015826" sldId="257"/>
            <ac:spMk id="3" creationId="{02F0FF66-BD30-EA03-4380-FE582D685E1D}"/>
          </ac:spMkLst>
        </pc:spChg>
      </pc:sldChg>
      <pc:sldChg chg="modSp new mod ord">
        <pc:chgData name="SAKSHI UPADHYAY" userId="62903daba79aa21d" providerId="LiveId" clId="{6ECF829F-8CB3-4682-87EE-E76EBA6CAE12}" dt="2025-12-11T05:02:51.317" v="323" actId="5793"/>
        <pc:sldMkLst>
          <pc:docMk/>
          <pc:sldMk cId="3088558046" sldId="258"/>
        </pc:sldMkLst>
        <pc:spChg chg="mod">
          <ac:chgData name="SAKSHI UPADHYAY" userId="62903daba79aa21d" providerId="LiveId" clId="{6ECF829F-8CB3-4682-87EE-E76EBA6CAE12}" dt="2025-12-11T05:01:01.557" v="314"/>
          <ac:spMkLst>
            <pc:docMk/>
            <pc:sldMk cId="3088558046" sldId="258"/>
            <ac:spMk id="2" creationId="{3B9443E3-FAE2-8872-2739-31EDB3C9184B}"/>
          </ac:spMkLst>
        </pc:spChg>
        <pc:spChg chg="mod">
          <ac:chgData name="SAKSHI UPADHYAY" userId="62903daba79aa21d" providerId="LiveId" clId="{6ECF829F-8CB3-4682-87EE-E76EBA6CAE12}" dt="2025-12-11T05:02:51.317" v="323" actId="5793"/>
          <ac:spMkLst>
            <pc:docMk/>
            <pc:sldMk cId="3088558046" sldId="258"/>
            <ac:spMk id="3" creationId="{ADF11B65-6CE2-09A7-1750-F16A74E9B2E1}"/>
          </ac:spMkLst>
        </pc:spChg>
      </pc:sldChg>
      <pc:sldChg chg="modSp new mod ord">
        <pc:chgData name="SAKSHI UPADHYAY" userId="62903daba79aa21d" providerId="LiveId" clId="{6ECF829F-8CB3-4682-87EE-E76EBA6CAE12}" dt="2025-12-15T05:57:27.814" v="393" actId="5793"/>
        <pc:sldMkLst>
          <pc:docMk/>
          <pc:sldMk cId="3259225585" sldId="259"/>
        </pc:sldMkLst>
        <pc:spChg chg="mod">
          <ac:chgData name="SAKSHI UPADHYAY" userId="62903daba79aa21d" providerId="LiveId" clId="{6ECF829F-8CB3-4682-87EE-E76EBA6CAE12}" dt="2025-12-15T05:56:08.192" v="383" actId="14100"/>
          <ac:spMkLst>
            <pc:docMk/>
            <pc:sldMk cId="3259225585" sldId="259"/>
            <ac:spMk id="2" creationId="{56DFCB5A-743C-E573-2749-89D5F997EE9A}"/>
          </ac:spMkLst>
        </pc:spChg>
        <pc:spChg chg="mod">
          <ac:chgData name="SAKSHI UPADHYAY" userId="62903daba79aa21d" providerId="LiveId" clId="{6ECF829F-8CB3-4682-87EE-E76EBA6CAE12}" dt="2025-12-15T05:57:27.814" v="393" actId="5793"/>
          <ac:spMkLst>
            <pc:docMk/>
            <pc:sldMk cId="3259225585" sldId="259"/>
            <ac:spMk id="3" creationId="{4B73C1EB-D61F-9051-8AD5-043AED9BA551}"/>
          </ac:spMkLst>
        </pc:spChg>
      </pc:sldChg>
      <pc:sldChg chg="modSp new mod ord">
        <pc:chgData name="SAKSHI UPADHYAY" userId="62903daba79aa21d" providerId="LiveId" clId="{6ECF829F-8CB3-4682-87EE-E76EBA6CAE12}" dt="2025-12-15T06:06:19.986" v="415" actId="5793"/>
        <pc:sldMkLst>
          <pc:docMk/>
          <pc:sldMk cId="1674652687" sldId="260"/>
        </pc:sldMkLst>
        <pc:spChg chg="mod">
          <ac:chgData name="SAKSHI UPADHYAY" userId="62903daba79aa21d" providerId="LiveId" clId="{6ECF829F-8CB3-4682-87EE-E76EBA6CAE12}" dt="2025-12-15T06:06:11.695" v="412"/>
          <ac:spMkLst>
            <pc:docMk/>
            <pc:sldMk cId="1674652687" sldId="260"/>
            <ac:spMk id="2" creationId="{63287868-7423-49A6-0832-208BC53AA3CA}"/>
          </ac:spMkLst>
        </pc:spChg>
        <pc:spChg chg="mod">
          <ac:chgData name="SAKSHI UPADHYAY" userId="62903daba79aa21d" providerId="LiveId" clId="{6ECF829F-8CB3-4682-87EE-E76EBA6CAE12}" dt="2025-12-15T06:06:19.986" v="415" actId="5793"/>
          <ac:spMkLst>
            <pc:docMk/>
            <pc:sldMk cId="1674652687" sldId="260"/>
            <ac:spMk id="3" creationId="{8F8F353D-ADAD-69D9-BE01-994D9AD70025}"/>
          </ac:spMkLst>
        </pc:spChg>
      </pc:sldChg>
      <pc:sldChg chg="modSp new mod">
        <pc:chgData name="SAKSHI UPADHYAY" userId="62903daba79aa21d" providerId="LiveId" clId="{6ECF829F-8CB3-4682-87EE-E76EBA6CAE12}" dt="2025-12-15T06:08:41.456" v="438" actId="14100"/>
        <pc:sldMkLst>
          <pc:docMk/>
          <pc:sldMk cId="3599036252" sldId="261"/>
        </pc:sldMkLst>
        <pc:spChg chg="mod">
          <ac:chgData name="SAKSHI UPADHYAY" userId="62903daba79aa21d" providerId="LiveId" clId="{6ECF829F-8CB3-4682-87EE-E76EBA6CAE12}" dt="2025-12-15T06:08:35.919" v="437" actId="255"/>
          <ac:spMkLst>
            <pc:docMk/>
            <pc:sldMk cId="3599036252" sldId="261"/>
            <ac:spMk id="2" creationId="{427A7C20-E246-F2FD-7E38-8A4056E288D4}"/>
          </ac:spMkLst>
        </pc:spChg>
        <pc:spChg chg="mod">
          <ac:chgData name="SAKSHI UPADHYAY" userId="62903daba79aa21d" providerId="LiveId" clId="{6ECF829F-8CB3-4682-87EE-E76EBA6CAE12}" dt="2025-12-15T06:08:41.456" v="438" actId="14100"/>
          <ac:spMkLst>
            <pc:docMk/>
            <pc:sldMk cId="3599036252" sldId="261"/>
            <ac:spMk id="3" creationId="{0FE28A18-80C1-98EB-A36B-2CB5FE068436}"/>
          </ac:spMkLst>
        </pc:spChg>
      </pc:sldChg>
      <pc:sldChg chg="modSp new mod ord">
        <pc:chgData name="SAKSHI UPADHYAY" userId="62903daba79aa21d" providerId="LiveId" clId="{6ECF829F-8CB3-4682-87EE-E76EBA6CAE12}" dt="2025-12-15T06:10:42.552" v="501" actId="14100"/>
        <pc:sldMkLst>
          <pc:docMk/>
          <pc:sldMk cId="2580208931" sldId="262"/>
        </pc:sldMkLst>
        <pc:spChg chg="mod">
          <ac:chgData name="SAKSHI UPADHYAY" userId="62903daba79aa21d" providerId="LiveId" clId="{6ECF829F-8CB3-4682-87EE-E76EBA6CAE12}" dt="2025-12-15T06:10:42.552" v="501" actId="14100"/>
          <ac:spMkLst>
            <pc:docMk/>
            <pc:sldMk cId="2580208931" sldId="262"/>
            <ac:spMk id="2" creationId="{39B61E2E-E620-8C59-A00E-38F6BF788489}"/>
          </ac:spMkLst>
        </pc:spChg>
        <pc:spChg chg="mod">
          <ac:chgData name="SAKSHI UPADHYAY" userId="62903daba79aa21d" providerId="LiveId" clId="{6ECF829F-8CB3-4682-87EE-E76EBA6CAE12}" dt="2025-12-15T06:10:37.986" v="500" actId="27636"/>
          <ac:spMkLst>
            <pc:docMk/>
            <pc:sldMk cId="2580208931" sldId="262"/>
            <ac:spMk id="3" creationId="{C743E7C6-B831-E101-CC98-7CA4CFBCE97A}"/>
          </ac:spMkLst>
        </pc:spChg>
      </pc:sldChg>
      <pc:sldChg chg="modSp add mod ord">
        <pc:chgData name="SAKSHI UPADHYAY" userId="62903daba79aa21d" providerId="LiveId" clId="{6ECF829F-8CB3-4682-87EE-E76EBA6CAE12}" dt="2025-12-10T00:04:30.997" v="46"/>
        <pc:sldMkLst>
          <pc:docMk/>
          <pc:sldMk cId="157197801" sldId="263"/>
        </pc:sldMkLst>
        <pc:spChg chg="mod">
          <ac:chgData name="SAKSHI UPADHYAY" userId="62903daba79aa21d" providerId="LiveId" clId="{6ECF829F-8CB3-4682-87EE-E76EBA6CAE12}" dt="2025-12-10T00:03:44.921" v="28" actId="27636"/>
          <ac:spMkLst>
            <pc:docMk/>
            <pc:sldMk cId="157197801" sldId="263"/>
            <ac:spMk id="3" creationId="{F3490200-1928-5F18-60B3-98F00977E8FB}"/>
          </ac:spMkLst>
        </pc:spChg>
      </pc:sldChg>
      <pc:sldChg chg="add ord">
        <pc:chgData name="SAKSHI UPADHYAY" userId="62903daba79aa21d" providerId="LiveId" clId="{6ECF829F-8CB3-4682-87EE-E76EBA6CAE12}" dt="2025-12-10T00:02:12.459" v="14"/>
        <pc:sldMkLst>
          <pc:docMk/>
          <pc:sldMk cId="3420776052" sldId="264"/>
        </pc:sldMkLst>
      </pc:sldChg>
      <pc:sldChg chg="add ord">
        <pc:chgData name="SAKSHI UPADHYAY" userId="62903daba79aa21d" providerId="LiveId" clId="{6ECF829F-8CB3-4682-87EE-E76EBA6CAE12}" dt="2025-12-10T00:02:32.027" v="17"/>
        <pc:sldMkLst>
          <pc:docMk/>
          <pc:sldMk cId="2988066597" sldId="265"/>
        </pc:sldMkLst>
      </pc:sldChg>
      <pc:sldChg chg="add ord">
        <pc:chgData name="SAKSHI UPADHYAY" userId="62903daba79aa21d" providerId="LiveId" clId="{6ECF829F-8CB3-4682-87EE-E76EBA6CAE12}" dt="2025-12-10T00:02:51.003" v="20"/>
        <pc:sldMkLst>
          <pc:docMk/>
          <pc:sldMk cId="1443726510" sldId="266"/>
        </pc:sldMkLst>
      </pc:sldChg>
      <pc:sldChg chg="add ord">
        <pc:chgData name="SAKSHI UPADHYAY" userId="62903daba79aa21d" providerId="LiveId" clId="{6ECF829F-8CB3-4682-87EE-E76EBA6CAE12}" dt="2025-12-10T00:03:18.183" v="23"/>
        <pc:sldMkLst>
          <pc:docMk/>
          <pc:sldMk cId="1612416665" sldId="267"/>
        </pc:sldMkLst>
      </pc:sldChg>
      <pc:sldChg chg="modSp add mod ord">
        <pc:chgData name="SAKSHI UPADHYAY" userId="62903daba79aa21d" providerId="LiveId" clId="{6ECF829F-8CB3-4682-87EE-E76EBA6CAE12}" dt="2025-12-10T00:05:18.539" v="51" actId="20577"/>
        <pc:sldMkLst>
          <pc:docMk/>
          <pc:sldMk cId="418578125" sldId="268"/>
        </pc:sldMkLst>
        <pc:spChg chg="mod">
          <ac:chgData name="SAKSHI UPADHYAY" userId="62903daba79aa21d" providerId="LiveId" clId="{6ECF829F-8CB3-4682-87EE-E76EBA6CAE12}" dt="2025-12-10T00:05:18.539" v="51" actId="20577"/>
          <ac:spMkLst>
            <pc:docMk/>
            <pc:sldMk cId="418578125" sldId="268"/>
            <ac:spMk id="3" creationId="{94DDC89A-5244-9F2F-E760-6F0C945210A1}"/>
          </ac:spMkLst>
        </pc:spChg>
      </pc:sldChg>
      <pc:sldChg chg="modSp new mod">
        <pc:chgData name="SAKSHI UPADHYAY" userId="62903daba79aa21d" providerId="LiveId" clId="{6ECF829F-8CB3-4682-87EE-E76EBA6CAE12}" dt="2025-12-10T00:04:24.194" v="42" actId="14100"/>
        <pc:sldMkLst>
          <pc:docMk/>
          <pc:sldMk cId="436063643" sldId="269"/>
        </pc:sldMkLst>
        <pc:spChg chg="mod">
          <ac:chgData name="SAKSHI UPADHYAY" userId="62903daba79aa21d" providerId="LiveId" clId="{6ECF829F-8CB3-4682-87EE-E76EBA6CAE12}" dt="2025-12-10T00:03:58.272" v="38" actId="20577"/>
          <ac:spMkLst>
            <pc:docMk/>
            <pc:sldMk cId="436063643" sldId="269"/>
            <ac:spMk id="2" creationId="{5930B190-6A43-D12F-7D44-0C821A35256A}"/>
          </ac:spMkLst>
        </pc:spChg>
        <pc:spChg chg="mod">
          <ac:chgData name="SAKSHI UPADHYAY" userId="62903daba79aa21d" providerId="LiveId" clId="{6ECF829F-8CB3-4682-87EE-E76EBA6CAE12}" dt="2025-12-10T00:04:24.194" v="42" actId="14100"/>
          <ac:spMkLst>
            <pc:docMk/>
            <pc:sldMk cId="436063643" sldId="269"/>
            <ac:spMk id="3" creationId="{12DA37DE-F255-B654-13B8-81E02C6BF953}"/>
          </ac:spMkLst>
        </pc:spChg>
      </pc:sldChg>
      <pc:sldChg chg="addSp modSp new mod">
        <pc:chgData name="SAKSHI UPADHYAY" userId="62903daba79aa21d" providerId="LiveId" clId="{6ECF829F-8CB3-4682-87EE-E76EBA6CAE12}" dt="2025-12-11T04:53:17.487" v="272" actId="14100"/>
        <pc:sldMkLst>
          <pc:docMk/>
          <pc:sldMk cId="2241246031" sldId="270"/>
        </pc:sldMkLst>
        <pc:spChg chg="mod">
          <ac:chgData name="SAKSHI UPADHYAY" userId="62903daba79aa21d" providerId="LiveId" clId="{6ECF829F-8CB3-4682-87EE-E76EBA6CAE12}" dt="2025-12-11T04:53:17.487" v="272" actId="14100"/>
          <ac:spMkLst>
            <pc:docMk/>
            <pc:sldMk cId="2241246031" sldId="270"/>
            <ac:spMk id="2" creationId="{0CD6103C-AB16-1843-2C60-B4F9D2F9CD36}"/>
          </ac:spMkLst>
        </pc:spChg>
        <pc:spChg chg="mod">
          <ac:chgData name="SAKSHI UPADHYAY" userId="62903daba79aa21d" providerId="LiveId" clId="{6ECF829F-8CB3-4682-87EE-E76EBA6CAE12}" dt="2025-12-11T04:52:41.204" v="266" actId="27636"/>
          <ac:spMkLst>
            <pc:docMk/>
            <pc:sldMk cId="2241246031" sldId="270"/>
            <ac:spMk id="3" creationId="{6F4FF970-F371-9C33-2675-2697557BA671}"/>
          </ac:spMkLst>
        </pc:spChg>
        <pc:spChg chg="add mod">
          <ac:chgData name="SAKSHI UPADHYAY" userId="62903daba79aa21d" providerId="LiveId" clId="{6ECF829F-8CB3-4682-87EE-E76EBA6CAE12}" dt="2025-12-11T04:52:44.588" v="267" actId="14100"/>
          <ac:spMkLst>
            <pc:docMk/>
            <pc:sldMk cId="2241246031" sldId="270"/>
            <ac:spMk id="5" creationId="{A0F7E795-299B-F5ED-3B5C-71D6B815420D}"/>
          </ac:spMkLst>
        </pc:spChg>
      </pc:sldChg>
      <pc:sldChg chg="addSp delSp modSp new mod">
        <pc:chgData name="SAKSHI UPADHYAY" userId="62903daba79aa21d" providerId="LiveId" clId="{6ECF829F-8CB3-4682-87EE-E76EBA6CAE12}" dt="2025-12-11T05:28:53.065" v="369" actId="21"/>
        <pc:sldMkLst>
          <pc:docMk/>
          <pc:sldMk cId="2773636030" sldId="271"/>
        </pc:sldMkLst>
        <pc:spChg chg="mod">
          <ac:chgData name="SAKSHI UPADHYAY" userId="62903daba79aa21d" providerId="LiveId" clId="{6ECF829F-8CB3-4682-87EE-E76EBA6CAE12}" dt="2025-12-11T04:54:42.034" v="279" actId="255"/>
          <ac:spMkLst>
            <pc:docMk/>
            <pc:sldMk cId="2773636030" sldId="271"/>
            <ac:spMk id="2" creationId="{E98F718C-B178-9DE3-906C-A64D0D091C4D}"/>
          </ac:spMkLst>
        </pc:spChg>
        <pc:spChg chg="mod">
          <ac:chgData name="SAKSHI UPADHYAY" userId="62903daba79aa21d" providerId="LiveId" clId="{6ECF829F-8CB3-4682-87EE-E76EBA6CAE12}" dt="2025-12-11T05:28:53.065" v="369" actId="21"/>
          <ac:spMkLst>
            <pc:docMk/>
            <pc:sldMk cId="2773636030" sldId="271"/>
            <ac:spMk id="3" creationId="{36E3153A-3A57-D271-9F5D-11D572C88FA8}"/>
          </ac:spMkLst>
        </pc:spChg>
        <pc:spChg chg="add">
          <ac:chgData name="SAKSHI UPADHYAY" userId="62903daba79aa21d" providerId="LiveId" clId="{6ECF829F-8CB3-4682-87EE-E76EBA6CAE12}" dt="2025-12-11T05:24:46.966" v="343"/>
          <ac:spMkLst>
            <pc:docMk/>
            <pc:sldMk cId="2773636030" sldId="271"/>
            <ac:spMk id="4" creationId="{BD96B966-9016-7B21-D6B8-CDF5FE5AE168}"/>
          </ac:spMkLst>
        </pc:spChg>
        <pc:spChg chg="add mod">
          <ac:chgData name="SAKSHI UPADHYAY" userId="62903daba79aa21d" providerId="LiveId" clId="{6ECF829F-8CB3-4682-87EE-E76EBA6CAE12}" dt="2025-12-11T05:25:24.918" v="347" actId="14100"/>
          <ac:spMkLst>
            <pc:docMk/>
            <pc:sldMk cId="2773636030" sldId="271"/>
            <ac:spMk id="6" creationId="{F912FA52-9999-BE0F-7BFD-655B6729B018}"/>
          </ac:spMkLst>
        </pc:spChg>
        <pc:picChg chg="add mod">
          <ac:chgData name="SAKSHI UPADHYAY" userId="62903daba79aa21d" providerId="LiveId" clId="{6ECF829F-8CB3-4682-87EE-E76EBA6CAE12}" dt="2025-12-11T05:28:52.389" v="368" actId="14100"/>
          <ac:picMkLst>
            <pc:docMk/>
            <pc:sldMk cId="2773636030" sldId="271"/>
            <ac:picMk id="11" creationId="{E9ABE651-9285-28F7-06AE-2DBD81F83162}"/>
          </ac:picMkLst>
        </pc:picChg>
      </pc:sldChg>
      <pc:sldChg chg="modSp new mod ord">
        <pc:chgData name="SAKSHI UPADHYAY" userId="62903daba79aa21d" providerId="LiveId" clId="{6ECF829F-8CB3-4682-87EE-E76EBA6CAE12}" dt="2025-12-11T05:29:07.726" v="370" actId="255"/>
        <pc:sldMkLst>
          <pc:docMk/>
          <pc:sldMk cId="285683874" sldId="272"/>
        </pc:sldMkLst>
        <pc:spChg chg="mod">
          <ac:chgData name="SAKSHI UPADHYAY" userId="62903daba79aa21d" providerId="LiveId" clId="{6ECF829F-8CB3-4682-87EE-E76EBA6CAE12}" dt="2025-12-11T04:59:57.195" v="301" actId="14100"/>
          <ac:spMkLst>
            <pc:docMk/>
            <pc:sldMk cId="285683874" sldId="272"/>
            <ac:spMk id="2" creationId="{68568579-727B-8DB1-68CA-BEFF2CAAEC4F}"/>
          </ac:spMkLst>
        </pc:spChg>
        <pc:spChg chg="mod">
          <ac:chgData name="SAKSHI UPADHYAY" userId="62903daba79aa21d" providerId="LiveId" clId="{6ECF829F-8CB3-4682-87EE-E76EBA6CAE12}" dt="2025-12-11T05:29:07.726" v="370" actId="255"/>
          <ac:spMkLst>
            <pc:docMk/>
            <pc:sldMk cId="285683874" sldId="272"/>
            <ac:spMk id="3" creationId="{1B501DE7-FEA9-EBB8-0173-DCAAC7B69123}"/>
          </ac:spMkLst>
        </pc:spChg>
      </pc:sldChg>
      <pc:sldChg chg="modSp new mod ord">
        <pc:chgData name="SAKSHI UPADHYAY" userId="62903daba79aa21d" providerId="LiveId" clId="{6ECF829F-8CB3-4682-87EE-E76EBA6CAE12}" dt="2025-12-11T05:04:11.192" v="342" actId="27636"/>
        <pc:sldMkLst>
          <pc:docMk/>
          <pc:sldMk cId="3447768429" sldId="273"/>
        </pc:sldMkLst>
        <pc:spChg chg="mod">
          <ac:chgData name="SAKSHI UPADHYAY" userId="62903daba79aa21d" providerId="LiveId" clId="{6ECF829F-8CB3-4682-87EE-E76EBA6CAE12}" dt="2025-12-11T05:03:41.532" v="329"/>
          <ac:spMkLst>
            <pc:docMk/>
            <pc:sldMk cId="3447768429" sldId="273"/>
            <ac:spMk id="2" creationId="{C52AFE2B-B67E-0E29-BFB7-2E45E4D31F7E}"/>
          </ac:spMkLst>
        </pc:spChg>
        <pc:spChg chg="mod">
          <ac:chgData name="SAKSHI UPADHYAY" userId="62903daba79aa21d" providerId="LiveId" clId="{6ECF829F-8CB3-4682-87EE-E76EBA6CAE12}" dt="2025-12-11T05:04:11.192" v="342" actId="27636"/>
          <ac:spMkLst>
            <pc:docMk/>
            <pc:sldMk cId="3447768429" sldId="273"/>
            <ac:spMk id="3" creationId="{23B165D9-FF51-B0C4-2A73-C3B02444A194}"/>
          </ac:spMkLst>
        </pc:spChg>
      </pc:sldChg>
      <pc:sldChg chg="modSp new mod ord">
        <pc:chgData name="SAKSHI UPADHYAY" userId="62903daba79aa21d" providerId="LiveId" clId="{6ECF829F-8CB3-4682-87EE-E76EBA6CAE12}" dt="2025-12-15T05:59:52.239" v="406"/>
        <pc:sldMkLst>
          <pc:docMk/>
          <pc:sldMk cId="1848998541" sldId="274"/>
        </pc:sldMkLst>
        <pc:spChg chg="mod">
          <ac:chgData name="SAKSHI UPADHYAY" userId="62903daba79aa21d" providerId="LiveId" clId="{6ECF829F-8CB3-4682-87EE-E76EBA6CAE12}" dt="2025-12-15T05:59:36.586" v="399" actId="27636"/>
          <ac:spMkLst>
            <pc:docMk/>
            <pc:sldMk cId="1848998541" sldId="274"/>
            <ac:spMk id="2" creationId="{3E98AC62-47B6-2028-2877-6B3AD76BB710}"/>
          </ac:spMkLst>
        </pc:spChg>
        <pc:spChg chg="mod">
          <ac:chgData name="SAKSHI UPADHYAY" userId="62903daba79aa21d" providerId="LiveId" clId="{6ECF829F-8CB3-4682-87EE-E76EBA6CAE12}" dt="2025-12-15T05:59:45.491" v="404" actId="5793"/>
          <ac:spMkLst>
            <pc:docMk/>
            <pc:sldMk cId="1848998541" sldId="274"/>
            <ac:spMk id="3" creationId="{C0970683-1749-A8F4-8ECF-F28CFADED683}"/>
          </ac:spMkLst>
        </pc:spChg>
      </pc:sldChg>
      <pc:sldChg chg="modSp new mod ord">
        <pc:chgData name="SAKSHI UPADHYAY" userId="62903daba79aa21d" providerId="LiveId" clId="{6ECF829F-8CB3-4682-87EE-E76EBA6CAE12}" dt="2025-12-15T06:11:57.502" v="523"/>
        <pc:sldMkLst>
          <pc:docMk/>
          <pc:sldMk cId="2983445461" sldId="275"/>
        </pc:sldMkLst>
        <pc:spChg chg="mod">
          <ac:chgData name="SAKSHI UPADHYAY" userId="62903daba79aa21d" providerId="LiveId" clId="{6ECF829F-8CB3-4682-87EE-E76EBA6CAE12}" dt="2025-12-15T06:11:35.181" v="510" actId="27636"/>
          <ac:spMkLst>
            <pc:docMk/>
            <pc:sldMk cId="2983445461" sldId="275"/>
            <ac:spMk id="2" creationId="{A9175259-43F4-8BD5-9BC4-1D06EFA571C7}"/>
          </ac:spMkLst>
        </pc:spChg>
        <pc:spChg chg="mod">
          <ac:chgData name="SAKSHI UPADHYAY" userId="62903daba79aa21d" providerId="LiveId" clId="{6ECF829F-8CB3-4682-87EE-E76EBA6CAE12}" dt="2025-12-15T06:11:54.389" v="521" actId="5793"/>
          <ac:spMkLst>
            <pc:docMk/>
            <pc:sldMk cId="2983445461" sldId="275"/>
            <ac:spMk id="3" creationId="{A3B8EE0B-ACB1-1420-7C4D-C22CD9CA5334}"/>
          </ac:spMkLst>
        </pc:spChg>
      </pc:sldChg>
      <pc:sldChg chg="modSp new mod">
        <pc:chgData name="SAKSHI UPADHYAY" userId="62903daba79aa21d" providerId="LiveId" clId="{6ECF829F-8CB3-4682-87EE-E76EBA6CAE12}" dt="2025-12-15T06:12:43.213" v="532" actId="5793"/>
        <pc:sldMkLst>
          <pc:docMk/>
          <pc:sldMk cId="3628233462" sldId="276"/>
        </pc:sldMkLst>
        <pc:spChg chg="mod">
          <ac:chgData name="SAKSHI UPADHYAY" userId="62903daba79aa21d" providerId="LiveId" clId="{6ECF829F-8CB3-4682-87EE-E76EBA6CAE12}" dt="2025-12-15T06:12:37.545" v="529"/>
          <ac:spMkLst>
            <pc:docMk/>
            <pc:sldMk cId="3628233462" sldId="276"/>
            <ac:spMk id="2" creationId="{5B260C05-7B1A-ADED-C3A7-D3058753B934}"/>
          </ac:spMkLst>
        </pc:spChg>
        <pc:spChg chg="mod">
          <ac:chgData name="SAKSHI UPADHYAY" userId="62903daba79aa21d" providerId="LiveId" clId="{6ECF829F-8CB3-4682-87EE-E76EBA6CAE12}" dt="2025-12-15T06:12:43.213" v="532" actId="5793"/>
          <ac:spMkLst>
            <pc:docMk/>
            <pc:sldMk cId="3628233462" sldId="276"/>
            <ac:spMk id="3" creationId="{BF9D1DF8-F403-DD3A-1D0C-65EB7D7147ED}"/>
          </ac:spMkLst>
        </pc:spChg>
      </pc:sldChg>
      <pc:sldChg chg="modSp new mod">
        <pc:chgData name="SAKSHI UPADHYAY" userId="62903daba79aa21d" providerId="LiveId" clId="{6ECF829F-8CB3-4682-87EE-E76EBA6CAE12}" dt="2025-12-15T06:16:02.613" v="557" actId="5793"/>
        <pc:sldMkLst>
          <pc:docMk/>
          <pc:sldMk cId="3401322813" sldId="277"/>
        </pc:sldMkLst>
        <pc:spChg chg="mod">
          <ac:chgData name="SAKSHI UPADHYAY" userId="62903daba79aa21d" providerId="LiveId" clId="{6ECF829F-8CB3-4682-87EE-E76EBA6CAE12}" dt="2025-12-15T06:15:55.631" v="556" actId="14100"/>
          <ac:spMkLst>
            <pc:docMk/>
            <pc:sldMk cId="3401322813" sldId="277"/>
            <ac:spMk id="2" creationId="{33F9D5A3-9C60-658C-1B14-BCC33CBE9AA1}"/>
          </ac:spMkLst>
        </pc:spChg>
        <pc:spChg chg="mod">
          <ac:chgData name="SAKSHI UPADHYAY" userId="62903daba79aa21d" providerId="LiveId" clId="{6ECF829F-8CB3-4682-87EE-E76EBA6CAE12}" dt="2025-12-15T06:16:02.613" v="557" actId="5793"/>
          <ac:spMkLst>
            <pc:docMk/>
            <pc:sldMk cId="3401322813" sldId="277"/>
            <ac:spMk id="3" creationId="{7C09C38E-6830-06E5-5481-5F7E085050D1}"/>
          </ac:spMkLst>
        </pc:spChg>
      </pc:sldChg>
      <pc:sldChg chg="addSp modSp new mod">
        <pc:chgData name="SAKSHI UPADHYAY" userId="62903daba79aa21d" providerId="LiveId" clId="{6ECF829F-8CB3-4682-87EE-E76EBA6CAE12}" dt="2025-12-16T05:24:48.795" v="1243" actId="14100"/>
        <pc:sldMkLst>
          <pc:docMk/>
          <pc:sldMk cId="3357196107" sldId="278"/>
        </pc:sldMkLst>
        <pc:spChg chg="mod">
          <ac:chgData name="SAKSHI UPADHYAY" userId="62903daba79aa21d" providerId="LiveId" clId="{6ECF829F-8CB3-4682-87EE-E76EBA6CAE12}" dt="2025-12-15T07:00:40.888" v="597" actId="255"/>
          <ac:spMkLst>
            <pc:docMk/>
            <pc:sldMk cId="3357196107" sldId="278"/>
            <ac:spMk id="2" creationId="{2A474AAA-EC8C-E486-6181-657BD292921E}"/>
          </ac:spMkLst>
        </pc:spChg>
        <pc:spChg chg="mod">
          <ac:chgData name="SAKSHI UPADHYAY" userId="62903daba79aa21d" providerId="LiveId" clId="{6ECF829F-8CB3-4682-87EE-E76EBA6CAE12}" dt="2025-12-16T05:24:32.063" v="1238" actId="27636"/>
          <ac:spMkLst>
            <pc:docMk/>
            <pc:sldMk cId="3357196107" sldId="278"/>
            <ac:spMk id="3" creationId="{525C4049-F19D-90F4-8291-FBF23C55FD35}"/>
          </ac:spMkLst>
        </pc:spChg>
        <pc:spChg chg="add mod">
          <ac:chgData name="SAKSHI UPADHYAY" userId="62903daba79aa21d" providerId="LiveId" clId="{6ECF829F-8CB3-4682-87EE-E76EBA6CAE12}" dt="2025-12-16T05:24:48.795" v="1243" actId="14100"/>
          <ac:spMkLst>
            <pc:docMk/>
            <pc:sldMk cId="3357196107" sldId="278"/>
            <ac:spMk id="5" creationId="{7A6D0764-7E81-A30D-B6CA-A3725D86DC56}"/>
          </ac:spMkLst>
        </pc:spChg>
      </pc:sldChg>
      <pc:sldChg chg="addSp delSp modSp new mod ord">
        <pc:chgData name="SAKSHI UPADHYAY" userId="62903daba79aa21d" providerId="LiveId" clId="{6ECF829F-8CB3-4682-87EE-E76EBA6CAE12}" dt="2025-12-16T05:23:21.901" v="1223" actId="255"/>
        <pc:sldMkLst>
          <pc:docMk/>
          <pc:sldMk cId="1011080126" sldId="279"/>
        </pc:sldMkLst>
        <pc:spChg chg="mod">
          <ac:chgData name="SAKSHI UPADHYAY" userId="62903daba79aa21d" providerId="LiveId" clId="{6ECF829F-8CB3-4682-87EE-E76EBA6CAE12}" dt="2025-12-15T07:06:15.585" v="632"/>
          <ac:spMkLst>
            <pc:docMk/>
            <pc:sldMk cId="1011080126" sldId="279"/>
            <ac:spMk id="2" creationId="{11103CE8-61E6-6A6B-2BD0-5852FC0004C9}"/>
          </ac:spMkLst>
        </pc:spChg>
        <pc:spChg chg="mod">
          <ac:chgData name="SAKSHI UPADHYAY" userId="62903daba79aa21d" providerId="LiveId" clId="{6ECF829F-8CB3-4682-87EE-E76EBA6CAE12}" dt="2025-12-16T05:23:21.901" v="1223" actId="255"/>
          <ac:spMkLst>
            <pc:docMk/>
            <pc:sldMk cId="1011080126" sldId="279"/>
            <ac:spMk id="3" creationId="{FD2B05CC-5EF5-2411-2185-2DA8ED307260}"/>
          </ac:spMkLst>
        </pc:spChg>
        <pc:spChg chg="add del mod">
          <ac:chgData name="SAKSHI UPADHYAY" userId="62903daba79aa21d" providerId="LiveId" clId="{6ECF829F-8CB3-4682-87EE-E76EBA6CAE12}" dt="2025-12-16T05:00:56.665" v="982"/>
          <ac:spMkLst>
            <pc:docMk/>
            <pc:sldMk cId="1011080126" sldId="279"/>
            <ac:spMk id="5" creationId="{581FAE77-0E0F-63E6-53E2-F7EA17094A44}"/>
          </ac:spMkLst>
        </pc:spChg>
      </pc:sldChg>
      <pc:sldChg chg="modSp new mod">
        <pc:chgData name="SAKSHI UPADHYAY" userId="62903daba79aa21d" providerId="LiveId" clId="{6ECF829F-8CB3-4682-87EE-E76EBA6CAE12}" dt="2025-12-16T05:22:56.761" v="1221" actId="255"/>
        <pc:sldMkLst>
          <pc:docMk/>
          <pc:sldMk cId="1360885424" sldId="280"/>
        </pc:sldMkLst>
        <pc:spChg chg="mod">
          <ac:chgData name="SAKSHI UPADHYAY" userId="62903daba79aa21d" providerId="LiveId" clId="{6ECF829F-8CB3-4682-87EE-E76EBA6CAE12}" dt="2025-12-15T07:13:28.821" v="735" actId="27636"/>
          <ac:spMkLst>
            <pc:docMk/>
            <pc:sldMk cId="1360885424" sldId="280"/>
            <ac:spMk id="2" creationId="{7A5BC176-DD86-590E-3738-23B3E7DF5565}"/>
          </ac:spMkLst>
        </pc:spChg>
        <pc:spChg chg="mod">
          <ac:chgData name="SAKSHI UPADHYAY" userId="62903daba79aa21d" providerId="LiveId" clId="{6ECF829F-8CB3-4682-87EE-E76EBA6CAE12}" dt="2025-12-16T05:22:56.761" v="1221" actId="255"/>
          <ac:spMkLst>
            <pc:docMk/>
            <pc:sldMk cId="1360885424" sldId="280"/>
            <ac:spMk id="3" creationId="{F169A82D-290B-E082-35E8-17D295976AD5}"/>
          </ac:spMkLst>
        </pc:spChg>
      </pc:sldChg>
      <pc:sldChg chg="modSp new mod">
        <pc:chgData name="SAKSHI UPADHYAY" userId="62903daba79aa21d" providerId="LiveId" clId="{6ECF829F-8CB3-4682-87EE-E76EBA6CAE12}" dt="2025-12-15T07:18:20.982" v="792" actId="5793"/>
        <pc:sldMkLst>
          <pc:docMk/>
          <pc:sldMk cId="1884723059" sldId="281"/>
        </pc:sldMkLst>
        <pc:spChg chg="mod">
          <ac:chgData name="SAKSHI UPADHYAY" userId="62903daba79aa21d" providerId="LiveId" clId="{6ECF829F-8CB3-4682-87EE-E76EBA6CAE12}" dt="2025-12-15T07:17:12.832" v="753" actId="27636"/>
          <ac:spMkLst>
            <pc:docMk/>
            <pc:sldMk cId="1884723059" sldId="281"/>
            <ac:spMk id="2" creationId="{A3BBFEAD-2A3C-308A-458B-AB649AB775BE}"/>
          </ac:spMkLst>
        </pc:spChg>
        <pc:spChg chg="mod">
          <ac:chgData name="SAKSHI UPADHYAY" userId="62903daba79aa21d" providerId="LiveId" clId="{6ECF829F-8CB3-4682-87EE-E76EBA6CAE12}" dt="2025-12-15T07:18:20.982" v="792" actId="5793"/>
          <ac:spMkLst>
            <pc:docMk/>
            <pc:sldMk cId="1884723059" sldId="281"/>
            <ac:spMk id="3" creationId="{A2295FDB-4B38-89AD-0490-E11F6063E1B5}"/>
          </ac:spMkLst>
        </pc:spChg>
      </pc:sldChg>
      <pc:sldChg chg="addSp modSp new mod">
        <pc:chgData name="SAKSHI UPADHYAY" userId="62903daba79aa21d" providerId="LiveId" clId="{6ECF829F-8CB3-4682-87EE-E76EBA6CAE12}" dt="2025-12-16T05:20:49.134" v="1203" actId="14100"/>
        <pc:sldMkLst>
          <pc:docMk/>
          <pc:sldMk cId="1290138152" sldId="282"/>
        </pc:sldMkLst>
        <pc:spChg chg="mod">
          <ac:chgData name="SAKSHI UPADHYAY" userId="62903daba79aa21d" providerId="LiveId" clId="{6ECF829F-8CB3-4682-87EE-E76EBA6CAE12}" dt="2025-12-15T07:29:18.513" v="846" actId="14100"/>
          <ac:spMkLst>
            <pc:docMk/>
            <pc:sldMk cId="1290138152" sldId="282"/>
            <ac:spMk id="2" creationId="{F4D399DC-D63D-B7B0-9188-09777AA8B1A8}"/>
          </ac:spMkLst>
        </pc:spChg>
        <pc:spChg chg="mod">
          <ac:chgData name="SAKSHI UPADHYAY" userId="62903daba79aa21d" providerId="LiveId" clId="{6ECF829F-8CB3-4682-87EE-E76EBA6CAE12}" dt="2025-12-16T05:20:43.020" v="1202" actId="20577"/>
          <ac:spMkLst>
            <pc:docMk/>
            <pc:sldMk cId="1290138152" sldId="282"/>
            <ac:spMk id="3" creationId="{F2E15E3D-5B3E-24E7-4BFF-669E146614F3}"/>
          </ac:spMkLst>
        </pc:spChg>
        <pc:spChg chg="add mod">
          <ac:chgData name="SAKSHI UPADHYAY" userId="62903daba79aa21d" providerId="LiveId" clId="{6ECF829F-8CB3-4682-87EE-E76EBA6CAE12}" dt="2025-12-16T05:20:49.134" v="1203" actId="14100"/>
          <ac:spMkLst>
            <pc:docMk/>
            <pc:sldMk cId="1290138152" sldId="282"/>
            <ac:spMk id="5" creationId="{23057C96-6C60-5BD9-3059-32F7BE3F8939}"/>
          </ac:spMkLst>
        </pc:spChg>
      </pc:sldChg>
      <pc:sldChg chg="addSp modSp new mod">
        <pc:chgData name="SAKSHI UPADHYAY" userId="62903daba79aa21d" providerId="LiveId" clId="{6ECF829F-8CB3-4682-87EE-E76EBA6CAE12}" dt="2025-12-16T05:19:44.062" v="1191" actId="1076"/>
        <pc:sldMkLst>
          <pc:docMk/>
          <pc:sldMk cId="1917714505" sldId="283"/>
        </pc:sldMkLst>
        <pc:spChg chg="mod">
          <ac:chgData name="SAKSHI UPADHYAY" userId="62903daba79aa21d" providerId="LiveId" clId="{6ECF829F-8CB3-4682-87EE-E76EBA6CAE12}" dt="2025-12-15T07:32:48.523" v="913" actId="20577"/>
          <ac:spMkLst>
            <pc:docMk/>
            <pc:sldMk cId="1917714505" sldId="283"/>
            <ac:spMk id="2" creationId="{55439F96-FADD-B8C7-52AD-D415C99484F8}"/>
          </ac:spMkLst>
        </pc:spChg>
        <pc:spChg chg="mod">
          <ac:chgData name="SAKSHI UPADHYAY" userId="62903daba79aa21d" providerId="LiveId" clId="{6ECF829F-8CB3-4682-87EE-E76EBA6CAE12}" dt="2025-12-16T05:19:39.564" v="1190" actId="20577"/>
          <ac:spMkLst>
            <pc:docMk/>
            <pc:sldMk cId="1917714505" sldId="283"/>
            <ac:spMk id="3" creationId="{21FEA12C-3DAE-84E3-DA63-355D8E257C5F}"/>
          </ac:spMkLst>
        </pc:spChg>
        <pc:spChg chg="add mod">
          <ac:chgData name="SAKSHI UPADHYAY" userId="62903daba79aa21d" providerId="LiveId" clId="{6ECF829F-8CB3-4682-87EE-E76EBA6CAE12}" dt="2025-12-16T05:19:44.062" v="1191" actId="1076"/>
          <ac:spMkLst>
            <pc:docMk/>
            <pc:sldMk cId="1917714505" sldId="283"/>
            <ac:spMk id="5" creationId="{43F689EC-2917-586A-609C-2C1944270217}"/>
          </ac:spMkLst>
        </pc:spChg>
      </pc:sldChg>
      <pc:sldChg chg="addSp modSp new mod">
        <pc:chgData name="SAKSHI UPADHYAY" userId="62903daba79aa21d" providerId="LiveId" clId="{6ECF829F-8CB3-4682-87EE-E76EBA6CAE12}" dt="2025-12-16T05:18:29.635" v="1172" actId="20577"/>
        <pc:sldMkLst>
          <pc:docMk/>
          <pc:sldMk cId="4140197784" sldId="284"/>
        </pc:sldMkLst>
        <pc:spChg chg="mod">
          <ac:chgData name="SAKSHI UPADHYAY" userId="62903daba79aa21d" providerId="LiveId" clId="{6ECF829F-8CB3-4682-87EE-E76EBA6CAE12}" dt="2025-12-15T07:34:38.617" v="942" actId="14100"/>
          <ac:spMkLst>
            <pc:docMk/>
            <pc:sldMk cId="4140197784" sldId="284"/>
            <ac:spMk id="2" creationId="{01167DA4-5BB9-FCF8-9A6A-C637AB52F429}"/>
          </ac:spMkLst>
        </pc:spChg>
        <pc:spChg chg="mod">
          <ac:chgData name="SAKSHI UPADHYAY" userId="62903daba79aa21d" providerId="LiveId" clId="{6ECF829F-8CB3-4682-87EE-E76EBA6CAE12}" dt="2025-12-16T05:18:10.262" v="1169" actId="27636"/>
          <ac:spMkLst>
            <pc:docMk/>
            <pc:sldMk cId="4140197784" sldId="284"/>
            <ac:spMk id="3" creationId="{5A8B1A12-3ED1-C8D5-2209-9A0829378478}"/>
          </ac:spMkLst>
        </pc:spChg>
        <pc:spChg chg="add mod">
          <ac:chgData name="SAKSHI UPADHYAY" userId="62903daba79aa21d" providerId="LiveId" clId="{6ECF829F-8CB3-4682-87EE-E76EBA6CAE12}" dt="2025-12-16T05:18:29.635" v="1172" actId="20577"/>
          <ac:spMkLst>
            <pc:docMk/>
            <pc:sldMk cId="4140197784" sldId="284"/>
            <ac:spMk id="5" creationId="{DB0BC2C3-5ED8-3B70-6CF9-FAFC73EEF395}"/>
          </ac:spMkLst>
        </pc:spChg>
      </pc:sldChg>
      <pc:sldChg chg="addSp modSp new mod">
        <pc:chgData name="SAKSHI UPADHYAY" userId="62903daba79aa21d" providerId="LiveId" clId="{6ECF829F-8CB3-4682-87EE-E76EBA6CAE12}" dt="2025-12-16T05:13:09.551" v="1161" actId="113"/>
        <pc:sldMkLst>
          <pc:docMk/>
          <pc:sldMk cId="2870626606" sldId="285"/>
        </pc:sldMkLst>
        <pc:spChg chg="add mod">
          <ac:chgData name="SAKSHI UPADHYAY" userId="62903daba79aa21d" providerId="LiveId" clId="{6ECF829F-8CB3-4682-87EE-E76EBA6CAE12}" dt="2025-12-16T05:11:04.713" v="1098" actId="113"/>
          <ac:spMkLst>
            <pc:docMk/>
            <pc:sldMk cId="2870626606" sldId="285"/>
            <ac:spMk id="3" creationId="{6922884D-1660-CD9A-59CA-7B9BE9077D70}"/>
          </ac:spMkLst>
        </pc:spChg>
        <pc:spChg chg="add mod">
          <ac:chgData name="SAKSHI UPADHYAY" userId="62903daba79aa21d" providerId="LiveId" clId="{6ECF829F-8CB3-4682-87EE-E76EBA6CAE12}" dt="2025-12-16T05:13:05.702" v="1160" actId="113"/>
          <ac:spMkLst>
            <pc:docMk/>
            <pc:sldMk cId="2870626606" sldId="285"/>
            <ac:spMk id="5" creationId="{74FCB8AE-70D1-A89C-1A07-46948EF6CE53}"/>
          </ac:spMkLst>
        </pc:spChg>
        <pc:spChg chg="add mod">
          <ac:chgData name="SAKSHI UPADHYAY" userId="62903daba79aa21d" providerId="LiveId" clId="{6ECF829F-8CB3-4682-87EE-E76EBA6CAE12}" dt="2025-12-16T05:13:09.551" v="1161" actId="113"/>
          <ac:spMkLst>
            <pc:docMk/>
            <pc:sldMk cId="2870626606" sldId="285"/>
            <ac:spMk id="7" creationId="{A66FF59E-6D0E-7856-CA23-C90F40CCE50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8233-76DE-BB9C-6021-74EEED54A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B0B76B-FD1B-B233-8CDE-73B8E690C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9ED8AA-5FF9-15AF-FFBA-CA379B304D63}"/>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D47CC976-833A-736E-4E71-6C096E2008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93E3D9-E7D9-0E03-7AA6-0C8D03FF01B3}"/>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4144221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714F-2DBD-9B97-6420-5D8DD0AF8C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A5CC17-1B63-7EF5-52F5-51AED836FD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E912D7-6D23-851A-DF75-799315050363}"/>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393C6C66-B454-9D28-13F2-388F91089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A5C98B-52B7-7655-DD04-33AB6029D30F}"/>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2070422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78A54-2F26-5BF2-D84C-B3E5FB4C2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342CED-1D6D-AECE-85C0-C424C758C3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E26109-1381-D2DF-932E-450AD001C40D}"/>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1223712D-0DE1-DA58-4350-F3AA1C128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8FA046-4446-9A09-262D-D5550747E3C0}"/>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1942333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BE2DD-308F-0B53-5C14-896F270444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AFC357-3F3E-CBF3-5BC4-CB5EB3611F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568BFA-8CFD-2DA5-1ED4-51FBA549FA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685FBB-5229-26F0-BD75-31CE58534443}"/>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6" name="Footer Placeholder 5">
            <a:extLst>
              <a:ext uri="{FF2B5EF4-FFF2-40B4-BE49-F238E27FC236}">
                <a16:creationId xmlns:a16="http://schemas.microsoft.com/office/drawing/2014/main" id="{E1C55BBF-F066-9F35-D968-ABFE2D18B0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ECCD56-247D-3C36-7827-4B31A0B67DBC}"/>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360838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0423-7BA3-75ED-CEFA-A9F33699AD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09B80B-A002-2AB1-81F7-BECC5AA16A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CDB5F6-79E9-F4D7-D304-C595AC64BB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60C4A4-2091-55D4-9E18-8DEAE0195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83B4AA-8347-789B-C897-0539006410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E0BE50-A5DC-405D-E632-3D7CC6215FBB}"/>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8" name="Footer Placeholder 7">
            <a:extLst>
              <a:ext uri="{FF2B5EF4-FFF2-40B4-BE49-F238E27FC236}">
                <a16:creationId xmlns:a16="http://schemas.microsoft.com/office/drawing/2014/main" id="{CF66F2CC-32ED-A219-95F1-5751DB9E61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971462-4C4E-48A0-4A89-D13B4F3128C9}"/>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1722217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A299-A5CF-0E58-A6D8-52195ECF89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F6C60E-6C01-7511-D4C1-D04A1E39CF06}"/>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4" name="Footer Placeholder 3">
            <a:extLst>
              <a:ext uri="{FF2B5EF4-FFF2-40B4-BE49-F238E27FC236}">
                <a16:creationId xmlns:a16="http://schemas.microsoft.com/office/drawing/2014/main" id="{F410FACC-BF35-0236-E332-1F01C3AF51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AEC443-8B0B-94E2-A247-28FE9D46D34A}"/>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2787265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A787E-1921-545A-1EEA-38766962F04F}"/>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3" name="Footer Placeholder 2">
            <a:extLst>
              <a:ext uri="{FF2B5EF4-FFF2-40B4-BE49-F238E27FC236}">
                <a16:creationId xmlns:a16="http://schemas.microsoft.com/office/drawing/2014/main" id="{B82D908E-C71C-5CE8-765A-A973DFDD3C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98CE1C-740E-D7D6-BC71-46A72C6B9BB4}"/>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3828802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0D99-A52B-01FA-A5DA-357C75A29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C89246-0FAE-2481-9EE2-2C38A37DE1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AAEC6F-4A8C-F3BA-E549-A60BE6A24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9D82DD-8B53-C3A2-7601-E0F8321AD76C}"/>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6" name="Footer Placeholder 5">
            <a:extLst>
              <a:ext uri="{FF2B5EF4-FFF2-40B4-BE49-F238E27FC236}">
                <a16:creationId xmlns:a16="http://schemas.microsoft.com/office/drawing/2014/main" id="{7AB7D381-235C-7C30-279D-C62F8BCDDC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A874F1-A9D7-E321-1FD9-4AA4F518441F}"/>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104917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F93A-4331-E653-5F6B-994590288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05491A-212F-4F4E-AF1B-1B7BEC905A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15D13B-8A8C-7EE3-3595-B6017667C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157A5-E8DE-E9E4-E157-FBF755B98DF9}"/>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6" name="Footer Placeholder 5">
            <a:extLst>
              <a:ext uri="{FF2B5EF4-FFF2-40B4-BE49-F238E27FC236}">
                <a16:creationId xmlns:a16="http://schemas.microsoft.com/office/drawing/2014/main" id="{5FE0957E-B97B-5540-1FA8-85604B919F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956462-1A42-444D-B4B5-3C8FA10C039D}"/>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205915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F2016-95D0-2FE8-F0D8-B7E08A24D3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F3C3D2-DF18-ADDE-C46D-FD6E458546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205F30-E52D-7700-026B-9719A08F12A5}"/>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E8D6702D-DAC2-752E-8EEB-1CA2193DBD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8E703-353F-FC91-F5FC-24AB13C69BE2}"/>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3616199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528B16-CCC4-FA1F-8664-6407083B2E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072CB9-30BD-58EE-5431-C3E3B81A23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58416-65B0-6797-DA35-F7E45BBB8515}"/>
              </a:ext>
            </a:extLst>
          </p:cNvPr>
          <p:cNvSpPr>
            <a:spLocks noGrp="1"/>
          </p:cNvSpPr>
          <p:nvPr>
            <p:ph type="dt" sz="half" idx="10"/>
          </p:nvPr>
        </p:nvSpPr>
        <p:spPr/>
        <p:txBody>
          <a:body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368FCC64-7FF3-7F35-758D-203E7D4951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111A7B-7BE8-F3A3-1888-5717C538FBA1}"/>
              </a:ext>
            </a:extLst>
          </p:cNvPr>
          <p:cNvSpPr>
            <a:spLocks noGrp="1"/>
          </p:cNvSpPr>
          <p:nvPr>
            <p:ph type="sldNum" sz="quarter" idx="12"/>
          </p:nvPr>
        </p:nvSpPr>
        <p:spPr/>
        <p:txBody>
          <a:bodyPr/>
          <a:lstStyle/>
          <a:p>
            <a:fld id="{50FEAFFC-4825-4422-9696-B14F33130C0C}" type="slidenum">
              <a:rPr lang="en-IN" smtClean="0"/>
              <a:t>‹#›</a:t>
            </a:fld>
            <a:endParaRPr lang="en-IN"/>
          </a:p>
        </p:txBody>
      </p:sp>
    </p:spTree>
    <p:extLst>
      <p:ext uri="{BB962C8B-B14F-4D97-AF65-F5344CB8AC3E}">
        <p14:creationId xmlns:p14="http://schemas.microsoft.com/office/powerpoint/2010/main" val="1674435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153873-57E9-473C-77BD-8B969F6067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365313-154B-2C12-B6E0-BFC8A6AEF3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E53E06-73EA-FB53-3EF4-407114BBE7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EC723-2DD1-4DFE-A382-B76C7902116A}" type="datetimeFigureOut">
              <a:rPr lang="en-IN" smtClean="0"/>
              <a:t>16-12-2025</a:t>
            </a:fld>
            <a:endParaRPr lang="en-IN"/>
          </a:p>
        </p:txBody>
      </p:sp>
      <p:sp>
        <p:nvSpPr>
          <p:cNvPr id="5" name="Footer Placeholder 4">
            <a:extLst>
              <a:ext uri="{FF2B5EF4-FFF2-40B4-BE49-F238E27FC236}">
                <a16:creationId xmlns:a16="http://schemas.microsoft.com/office/drawing/2014/main" id="{973EC136-6624-90DC-1E90-EE294DB6A5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6B3545-9C5E-4266-2803-BB148FF7B9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FEAFFC-4825-4422-9696-B14F33130C0C}" type="slidenum">
              <a:rPr lang="en-IN" smtClean="0"/>
              <a:t>‹#›</a:t>
            </a:fld>
            <a:endParaRPr lang="en-IN"/>
          </a:p>
        </p:txBody>
      </p:sp>
    </p:spTree>
    <p:extLst>
      <p:ext uri="{BB962C8B-B14F-4D97-AF65-F5344CB8AC3E}">
        <p14:creationId xmlns:p14="http://schemas.microsoft.com/office/powerpoint/2010/main" val="553308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0B190-6A43-D12F-7D44-0C821A35256A}"/>
              </a:ext>
            </a:extLst>
          </p:cNvPr>
          <p:cNvSpPr>
            <a:spLocks noGrp="1"/>
          </p:cNvSpPr>
          <p:nvPr>
            <p:ph type="ctrTitle"/>
          </p:nvPr>
        </p:nvSpPr>
        <p:spPr/>
        <p:txBody>
          <a:bodyPr/>
          <a:lstStyle/>
          <a:p>
            <a:r>
              <a:rPr lang="en-US" dirty="0"/>
              <a:t>Unit 2 </a:t>
            </a:r>
            <a:br>
              <a:rPr lang="en-US" dirty="0"/>
            </a:br>
            <a:endParaRPr lang="en-IN" dirty="0"/>
          </a:p>
        </p:txBody>
      </p:sp>
      <p:sp>
        <p:nvSpPr>
          <p:cNvPr id="3" name="Subtitle 2">
            <a:extLst>
              <a:ext uri="{FF2B5EF4-FFF2-40B4-BE49-F238E27FC236}">
                <a16:creationId xmlns:a16="http://schemas.microsoft.com/office/drawing/2014/main" id="{12DA37DE-F255-B654-13B8-81E02C6BF953}"/>
              </a:ext>
            </a:extLst>
          </p:cNvPr>
          <p:cNvSpPr>
            <a:spLocks noGrp="1"/>
          </p:cNvSpPr>
          <p:nvPr>
            <p:ph type="subTitle" idx="1"/>
          </p:nvPr>
        </p:nvSpPr>
        <p:spPr>
          <a:xfrm>
            <a:off x="1338943" y="3091543"/>
            <a:ext cx="9329057" cy="2166257"/>
          </a:xfrm>
        </p:spPr>
        <p:txBody>
          <a:bodyPr>
            <a:normAutofit/>
          </a:bodyPr>
          <a:lstStyle/>
          <a:p>
            <a:r>
              <a:rPr lang="en-IN" sz="3200" b="1" dirty="0"/>
              <a:t>Processes</a:t>
            </a:r>
          </a:p>
        </p:txBody>
      </p:sp>
    </p:spTree>
    <p:extLst>
      <p:ext uri="{BB962C8B-B14F-4D97-AF65-F5344CB8AC3E}">
        <p14:creationId xmlns:p14="http://schemas.microsoft.com/office/powerpoint/2010/main" val="436063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31D6-1202-5363-A50D-1D71E60A8067}"/>
              </a:ext>
            </a:extLst>
          </p:cNvPr>
          <p:cNvSpPr>
            <a:spLocks noGrp="1"/>
          </p:cNvSpPr>
          <p:nvPr>
            <p:ph type="title"/>
          </p:nvPr>
        </p:nvSpPr>
        <p:spPr>
          <a:xfrm>
            <a:off x="391886" y="261257"/>
            <a:ext cx="10961914" cy="881744"/>
          </a:xfrm>
        </p:spPr>
        <p:txBody>
          <a:bodyPr>
            <a:normAutofit fontScale="90000"/>
          </a:bodyPr>
          <a:lstStyle/>
          <a:p>
            <a:r>
              <a:rPr lang="en-US" sz="3600" b="1" dirty="0"/>
              <a:t>Process: Definition</a:t>
            </a:r>
            <a:br>
              <a:rPr lang="en-US" sz="3600" b="1" dirty="0"/>
            </a:br>
            <a:endParaRPr lang="en-IN" sz="3600" dirty="0"/>
          </a:p>
        </p:txBody>
      </p:sp>
      <p:sp>
        <p:nvSpPr>
          <p:cNvPr id="3" name="Content Placeholder 2">
            <a:extLst>
              <a:ext uri="{FF2B5EF4-FFF2-40B4-BE49-F238E27FC236}">
                <a16:creationId xmlns:a16="http://schemas.microsoft.com/office/drawing/2014/main" id="{F3490200-1928-5F18-60B3-98F00977E8FB}"/>
              </a:ext>
            </a:extLst>
          </p:cNvPr>
          <p:cNvSpPr>
            <a:spLocks noGrp="1"/>
          </p:cNvSpPr>
          <p:nvPr>
            <p:ph idx="1"/>
          </p:nvPr>
        </p:nvSpPr>
        <p:spPr>
          <a:xfrm>
            <a:off x="391886" y="827314"/>
            <a:ext cx="11288485" cy="5769429"/>
          </a:xfrm>
        </p:spPr>
        <p:txBody>
          <a:bodyPr>
            <a:normAutofit/>
          </a:bodyPr>
          <a:lstStyle/>
          <a:p>
            <a:pPr marL="0" indent="0">
              <a:buNone/>
            </a:pPr>
            <a:endParaRPr lang="en-US" b="1" dirty="0"/>
          </a:p>
          <a:p>
            <a:pPr marL="0" indent="0">
              <a:buNone/>
            </a:pPr>
            <a:r>
              <a:rPr lang="en-US" sz="1900" dirty="0"/>
              <a:t>A </a:t>
            </a:r>
            <a:r>
              <a:rPr lang="en-US" sz="1900" b="1" dirty="0"/>
              <a:t>process</a:t>
            </a:r>
            <a:r>
              <a:rPr lang="en-US" sz="1900" dirty="0"/>
              <a:t> is a program in execution.</a:t>
            </a:r>
          </a:p>
          <a:p>
            <a:pPr marL="0" indent="0">
              <a:buNone/>
            </a:pPr>
            <a:br>
              <a:rPr lang="en-US" sz="1900" dirty="0"/>
            </a:br>
            <a:r>
              <a:rPr lang="en-US" sz="1900" dirty="0"/>
              <a:t>It is an active entity that includes:</a:t>
            </a:r>
          </a:p>
          <a:p>
            <a:r>
              <a:rPr lang="en-US" sz="1900" dirty="0"/>
              <a:t>Program code</a:t>
            </a:r>
          </a:p>
          <a:p>
            <a:r>
              <a:rPr lang="en-US" sz="1900" dirty="0"/>
              <a:t>Current activity (Program Counter)</a:t>
            </a:r>
          </a:p>
          <a:p>
            <a:r>
              <a:rPr lang="en-US" sz="1900" dirty="0"/>
              <a:t>CPU registers</a:t>
            </a:r>
          </a:p>
          <a:p>
            <a:r>
              <a:rPr lang="en-US" sz="1900" dirty="0"/>
              <a:t>Memory (code, data, stack)</a:t>
            </a:r>
          </a:p>
          <a:p>
            <a:r>
              <a:rPr lang="en-US" sz="1900" dirty="0"/>
              <a:t>I/O status</a:t>
            </a:r>
          </a:p>
          <a:p>
            <a:r>
              <a:rPr lang="en-US" sz="1900" dirty="0"/>
              <a:t>OS resources (files, devices)</a:t>
            </a:r>
          </a:p>
          <a:p>
            <a:pPr marL="0" indent="0">
              <a:buNone/>
            </a:pPr>
            <a:r>
              <a:rPr lang="en-US" sz="1900" dirty="0"/>
              <a:t> </a:t>
            </a:r>
            <a:r>
              <a:rPr lang="en-US" sz="1900" b="1" dirty="0"/>
              <a:t>Program ≠ Process</a:t>
            </a:r>
            <a:br>
              <a:rPr lang="en-US" sz="1900" dirty="0"/>
            </a:br>
            <a:r>
              <a:rPr lang="en-US" sz="1900" dirty="0"/>
              <a:t>A program is passive; a process is active.</a:t>
            </a:r>
          </a:p>
          <a:p>
            <a:pPr marL="0" indent="0">
              <a:buNone/>
            </a:pPr>
            <a:r>
              <a:rPr lang="en-US" sz="1900" b="1" dirty="0"/>
              <a:t>Examples:</a:t>
            </a:r>
          </a:p>
          <a:p>
            <a:r>
              <a:rPr lang="en-US" sz="1900" b="1" dirty="0"/>
              <a:t>When you run Chrome → multiple processes start</a:t>
            </a:r>
          </a:p>
          <a:p>
            <a:r>
              <a:rPr lang="en-US" sz="1900" b="1" dirty="0"/>
              <a:t>Running a C program → OS creates a process for it</a:t>
            </a:r>
          </a:p>
          <a:p>
            <a:pPr marL="0" indent="0">
              <a:buNone/>
            </a:pPr>
            <a:endParaRPr lang="en-IN" dirty="0"/>
          </a:p>
        </p:txBody>
      </p:sp>
      <p:sp>
        <p:nvSpPr>
          <p:cNvPr id="5" name="TextBox 4">
            <a:extLst>
              <a:ext uri="{FF2B5EF4-FFF2-40B4-BE49-F238E27FC236}">
                <a16:creationId xmlns:a16="http://schemas.microsoft.com/office/drawing/2014/main" id="{ECB0D6B9-6859-48FC-4CB5-848465A48B00}"/>
              </a:ext>
            </a:extLst>
          </p:cNvPr>
          <p:cNvSpPr txBox="1"/>
          <p:nvPr/>
        </p:nvSpPr>
        <p:spPr>
          <a:xfrm>
            <a:off x="6302828" y="1273629"/>
            <a:ext cx="5617029" cy="5355312"/>
          </a:xfrm>
          <a:prstGeom prst="rect">
            <a:avLst/>
          </a:prstGeom>
          <a:noFill/>
        </p:spPr>
        <p:txBody>
          <a:bodyPr wrap="square">
            <a:spAutoFit/>
          </a:bodyPr>
          <a:lstStyle/>
          <a:p>
            <a:pPr>
              <a:buNone/>
            </a:pPr>
            <a:r>
              <a:rPr lang="en-US" b="1" dirty="0"/>
              <a:t>Program = Passive</a:t>
            </a:r>
          </a:p>
          <a:p>
            <a:pPr>
              <a:buFont typeface="Arial" panose="020B0604020202020204" pitchFamily="34" charset="0"/>
              <a:buChar char="•"/>
            </a:pPr>
            <a:r>
              <a:rPr lang="en-US" dirty="0"/>
              <a:t>A program is just a file stored on disk.</a:t>
            </a:r>
          </a:p>
          <a:p>
            <a:pPr>
              <a:buFont typeface="Arial" panose="020B0604020202020204" pitchFamily="34" charset="0"/>
              <a:buChar char="•"/>
            </a:pPr>
            <a:r>
              <a:rPr lang="en-US" dirty="0"/>
              <a:t>It contains code/instructions.</a:t>
            </a:r>
          </a:p>
          <a:p>
            <a:pPr>
              <a:buFont typeface="Arial" panose="020B0604020202020204" pitchFamily="34" charset="0"/>
              <a:buChar char="•"/>
            </a:pPr>
            <a:r>
              <a:rPr lang="en-US" dirty="0"/>
              <a:t>It is not doing anything by itself.</a:t>
            </a:r>
          </a:p>
          <a:p>
            <a:r>
              <a:rPr lang="en-US" b="1" dirty="0"/>
              <a:t>The program is dead until you run it.</a:t>
            </a:r>
          </a:p>
          <a:p>
            <a:endParaRPr lang="en-US" b="1" dirty="0"/>
          </a:p>
          <a:p>
            <a:r>
              <a:rPr lang="en-US" b="1" dirty="0"/>
              <a:t>Process = Active</a:t>
            </a:r>
          </a:p>
          <a:p>
            <a:r>
              <a:rPr lang="en-US" dirty="0"/>
              <a:t>A process is a program </a:t>
            </a:r>
            <a:r>
              <a:rPr lang="en-US" b="1" dirty="0"/>
              <a:t>in execution</a:t>
            </a:r>
            <a:r>
              <a:rPr lang="en-US" dirty="0"/>
              <a:t>.</a:t>
            </a:r>
          </a:p>
          <a:p>
            <a:r>
              <a:rPr lang="en-US" dirty="0"/>
              <a:t>When you run a program, the OS loads it into memory and starts execution.</a:t>
            </a:r>
          </a:p>
          <a:p>
            <a:r>
              <a:rPr lang="en-US" dirty="0"/>
              <a:t>CPU, RAM, registers start working on it.</a:t>
            </a:r>
          </a:p>
          <a:p>
            <a:r>
              <a:rPr lang="en-US" dirty="0"/>
              <a:t>OS assigns resources:</a:t>
            </a:r>
          </a:p>
          <a:p>
            <a:pPr lvl="1"/>
            <a:r>
              <a:rPr lang="en-US" dirty="0"/>
              <a:t>Process ID (PID)</a:t>
            </a:r>
          </a:p>
          <a:p>
            <a:pPr lvl="1"/>
            <a:r>
              <a:rPr lang="en-US" dirty="0"/>
              <a:t>Memory</a:t>
            </a:r>
          </a:p>
          <a:p>
            <a:pPr lvl="1"/>
            <a:r>
              <a:rPr lang="en-US" dirty="0"/>
              <a:t>CPU time</a:t>
            </a:r>
          </a:p>
          <a:p>
            <a:pPr lvl="1"/>
            <a:r>
              <a:rPr lang="en-US" dirty="0"/>
              <a:t>Files</a:t>
            </a:r>
          </a:p>
          <a:p>
            <a:pPr lvl="1"/>
            <a:r>
              <a:rPr lang="en-US" dirty="0"/>
              <a:t>Variables</a:t>
            </a:r>
          </a:p>
          <a:p>
            <a:r>
              <a:rPr lang="en-US" b="1" dirty="0"/>
              <a:t>Now it becomes alive</a:t>
            </a:r>
            <a:r>
              <a:rPr lang="en-US" dirty="0"/>
              <a:t>.</a:t>
            </a:r>
          </a:p>
          <a:p>
            <a:endParaRPr lang="en-US" dirty="0"/>
          </a:p>
        </p:txBody>
      </p:sp>
    </p:spTree>
    <p:extLst>
      <p:ext uri="{BB962C8B-B14F-4D97-AF65-F5344CB8AC3E}">
        <p14:creationId xmlns:p14="http://schemas.microsoft.com/office/powerpoint/2010/main" val="157197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8D42AE-3B4D-60DA-EBAB-92E0C9DFED02}"/>
              </a:ext>
            </a:extLst>
          </p:cNvPr>
          <p:cNvSpPr txBox="1"/>
          <p:nvPr/>
        </p:nvSpPr>
        <p:spPr>
          <a:xfrm>
            <a:off x="283029" y="272144"/>
            <a:ext cx="11538069" cy="6494085"/>
          </a:xfrm>
          <a:prstGeom prst="rect">
            <a:avLst/>
          </a:prstGeom>
          <a:noFill/>
        </p:spPr>
        <p:txBody>
          <a:bodyPr wrap="square">
            <a:spAutoFit/>
          </a:bodyPr>
          <a:lstStyle/>
          <a:p>
            <a:r>
              <a:rPr lang="en-US" sz="2000" b="1" dirty="0"/>
              <a:t>Process Relationship</a:t>
            </a:r>
          </a:p>
          <a:p>
            <a:endParaRPr lang="en-US" b="1" dirty="0"/>
          </a:p>
          <a:p>
            <a:r>
              <a:rPr lang="en-US" dirty="0"/>
              <a:t>Processes can be related in two ways:</a:t>
            </a:r>
          </a:p>
          <a:p>
            <a:endParaRPr lang="en-US" dirty="0"/>
          </a:p>
          <a:p>
            <a:r>
              <a:rPr lang="en-US" b="1" dirty="0"/>
              <a:t>A. Parent–Child Relationship</a:t>
            </a:r>
          </a:p>
          <a:p>
            <a:r>
              <a:rPr lang="en-US" dirty="0"/>
              <a:t>When a process creates another process using fork() or similar calls.</a:t>
            </a:r>
          </a:p>
          <a:p>
            <a:r>
              <a:rPr lang="en-US" b="1" dirty="0"/>
              <a:t>Parent</a:t>
            </a:r>
            <a:r>
              <a:rPr lang="en-US" dirty="0"/>
              <a:t> → process that creates</a:t>
            </a:r>
          </a:p>
          <a:p>
            <a:r>
              <a:rPr lang="en-US" b="1" dirty="0"/>
              <a:t>Child</a:t>
            </a:r>
            <a:r>
              <a:rPr lang="en-US" dirty="0"/>
              <a:t> → process created</a:t>
            </a:r>
          </a:p>
          <a:p>
            <a:r>
              <a:rPr lang="en-US" dirty="0"/>
              <a:t>Parent gives:</a:t>
            </a:r>
          </a:p>
          <a:p>
            <a:r>
              <a:rPr lang="en-US" dirty="0"/>
              <a:t>Resources</a:t>
            </a:r>
          </a:p>
          <a:p>
            <a:r>
              <a:rPr lang="en-US" dirty="0"/>
              <a:t>Priority</a:t>
            </a:r>
          </a:p>
          <a:p>
            <a:r>
              <a:rPr lang="en-US" dirty="0"/>
              <a:t>Memory space (copied or shared)</a:t>
            </a:r>
          </a:p>
          <a:p>
            <a:r>
              <a:rPr lang="en-US" dirty="0"/>
              <a:t>Execution privileges</a:t>
            </a:r>
          </a:p>
          <a:p>
            <a:endParaRPr lang="en-US" dirty="0"/>
          </a:p>
          <a:p>
            <a:r>
              <a:rPr lang="en-US" b="1" dirty="0"/>
              <a:t>B. Independent &amp; Cooperating Processes</a:t>
            </a:r>
          </a:p>
          <a:p>
            <a:r>
              <a:rPr lang="en-US" b="1" dirty="0"/>
              <a:t>1. Independent Processes</a:t>
            </a:r>
          </a:p>
          <a:p>
            <a:r>
              <a:rPr lang="en-US" dirty="0"/>
              <a:t>Cannot affect or be affected by other processes</a:t>
            </a:r>
          </a:p>
          <a:p>
            <a:r>
              <a:rPr lang="en-US" dirty="0"/>
              <a:t>No shared data</a:t>
            </a:r>
          </a:p>
          <a:p>
            <a:r>
              <a:rPr lang="en-US" dirty="0"/>
              <a:t>Example: Notepad, Calculator</a:t>
            </a:r>
          </a:p>
          <a:p>
            <a:r>
              <a:rPr lang="en-US" b="1" dirty="0"/>
              <a:t>2. Cooperating Processes</a:t>
            </a:r>
          </a:p>
          <a:p>
            <a:r>
              <a:rPr lang="en-US" dirty="0"/>
              <a:t>Can share data (shared memory / message passing)</a:t>
            </a:r>
          </a:p>
          <a:p>
            <a:r>
              <a:rPr lang="en-US" dirty="0"/>
              <a:t>Can affect each other’s execution</a:t>
            </a:r>
          </a:p>
          <a:p>
            <a:r>
              <a:rPr lang="en-US" dirty="0"/>
              <a:t>Example: Web browser + Download manager</a:t>
            </a:r>
          </a:p>
        </p:txBody>
      </p:sp>
    </p:spTree>
    <p:extLst>
      <p:ext uri="{BB962C8B-B14F-4D97-AF65-F5344CB8AC3E}">
        <p14:creationId xmlns:p14="http://schemas.microsoft.com/office/powerpoint/2010/main" val="3420776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060A5-8912-DDC5-AB07-3459A55EBD6E}"/>
              </a:ext>
            </a:extLst>
          </p:cNvPr>
          <p:cNvSpPr txBox="1"/>
          <p:nvPr/>
        </p:nvSpPr>
        <p:spPr>
          <a:xfrm>
            <a:off x="143219" y="176270"/>
            <a:ext cx="11439181" cy="6278642"/>
          </a:xfrm>
          <a:prstGeom prst="rect">
            <a:avLst/>
          </a:prstGeom>
          <a:noFill/>
        </p:spPr>
        <p:txBody>
          <a:bodyPr wrap="square">
            <a:spAutoFit/>
          </a:bodyPr>
          <a:lstStyle/>
          <a:p>
            <a:r>
              <a:rPr lang="en-US" sz="2400" b="1" dirty="0"/>
              <a:t>Different states of a process </a:t>
            </a:r>
          </a:p>
          <a:p>
            <a:endParaRPr lang="en-US" b="1" dirty="0"/>
          </a:p>
          <a:p>
            <a:r>
              <a:rPr lang="en-US" sz="2400" dirty="0"/>
              <a:t>Classic process states (simple model):</a:t>
            </a:r>
          </a:p>
          <a:p>
            <a:r>
              <a:rPr lang="en-US" sz="2400" b="1" dirty="0"/>
              <a:t>New (Created)</a:t>
            </a:r>
            <a:r>
              <a:rPr lang="en-US" sz="2400" dirty="0"/>
              <a:t> — process being created (loading executable, allocate resources).</a:t>
            </a:r>
          </a:p>
          <a:p>
            <a:endParaRPr lang="en-US" sz="2400" dirty="0"/>
          </a:p>
          <a:p>
            <a:r>
              <a:rPr lang="en-US" sz="2400" b="1" dirty="0"/>
              <a:t>Ready</a:t>
            </a:r>
            <a:r>
              <a:rPr lang="en-US" sz="2400" dirty="0"/>
              <a:t> — process is ready to run, waiting in ready queue for CPU.</a:t>
            </a:r>
          </a:p>
          <a:p>
            <a:endParaRPr lang="en-US" sz="2400" dirty="0"/>
          </a:p>
          <a:p>
            <a:r>
              <a:rPr lang="en-US" sz="2400" b="1" dirty="0"/>
              <a:t>Running</a:t>
            </a:r>
            <a:r>
              <a:rPr lang="en-US" sz="2400" dirty="0"/>
              <a:t> — process is executing on CPU (one CPU core at a time).</a:t>
            </a:r>
          </a:p>
          <a:p>
            <a:endParaRPr lang="en-US" sz="2400" dirty="0"/>
          </a:p>
          <a:p>
            <a:r>
              <a:rPr lang="en-US" sz="2400" b="1" dirty="0"/>
              <a:t>Waiting / Blocked / Sleep</a:t>
            </a:r>
            <a:r>
              <a:rPr lang="en-US" sz="2400" dirty="0"/>
              <a:t> — process is waiting for an event (I/O completion, clock, semaphore).</a:t>
            </a:r>
          </a:p>
          <a:p>
            <a:endParaRPr lang="en-US" sz="2400" dirty="0"/>
          </a:p>
          <a:p>
            <a:r>
              <a:rPr lang="en-US" sz="2400" b="1" dirty="0"/>
              <a:t>Terminated (Exit)</a:t>
            </a:r>
            <a:r>
              <a:rPr lang="en-US" sz="2400" dirty="0"/>
              <a:t> — process has finished execution; resources are being reclaimed.</a:t>
            </a:r>
          </a:p>
          <a:p>
            <a:endParaRPr lang="en-US" sz="2400" dirty="0"/>
          </a:p>
          <a:p>
            <a:r>
              <a:rPr lang="en-US" sz="2400" b="1" dirty="0"/>
              <a:t>Suspended Ready / Suspended Blocked (Optional, used in advanced OS)</a:t>
            </a:r>
          </a:p>
          <a:p>
            <a:r>
              <a:rPr lang="en-US" sz="2400" dirty="0"/>
              <a:t>Process is moved to secondary memory due to low RAM.</a:t>
            </a:r>
          </a:p>
          <a:p>
            <a:endParaRPr lang="en-US" sz="2400" dirty="0"/>
          </a:p>
        </p:txBody>
      </p:sp>
    </p:spTree>
    <p:extLst>
      <p:ext uri="{BB962C8B-B14F-4D97-AF65-F5344CB8AC3E}">
        <p14:creationId xmlns:p14="http://schemas.microsoft.com/office/powerpoint/2010/main" val="298806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CF206E-C60A-2293-F8F9-EEAEEEE7AE7A}"/>
              </a:ext>
            </a:extLst>
          </p:cNvPr>
          <p:cNvSpPr txBox="1"/>
          <p:nvPr/>
        </p:nvSpPr>
        <p:spPr>
          <a:xfrm>
            <a:off x="506776" y="275423"/>
            <a:ext cx="10785513" cy="6606790"/>
          </a:xfrm>
          <a:prstGeom prst="rect">
            <a:avLst/>
          </a:prstGeom>
          <a:noFill/>
        </p:spPr>
        <p:txBody>
          <a:bodyPr wrap="square">
            <a:spAutoFit/>
          </a:bodyPr>
          <a:lstStyle/>
          <a:p>
            <a:pPr>
              <a:buNone/>
            </a:pPr>
            <a:r>
              <a:rPr lang="en-IN" sz="2400" b="1" dirty="0"/>
              <a:t>Process State Transitions</a:t>
            </a:r>
          </a:p>
          <a:p>
            <a:pPr>
              <a:buNone/>
            </a:pPr>
            <a:endParaRPr lang="en-IN" dirty="0"/>
          </a:p>
          <a:p>
            <a:pPr>
              <a:buNone/>
            </a:pPr>
            <a:r>
              <a:rPr lang="en-US" sz="2000" b="1" dirty="0"/>
              <a:t>  [New] --(admitted)--&gt; [Ready] --(dispatch)--&gt; [Running] --(exit)--&gt; [Terminated]</a:t>
            </a:r>
          </a:p>
          <a:p>
            <a:pPr>
              <a:buNone/>
            </a:pPr>
            <a:r>
              <a:rPr lang="en-US" sz="2000" b="1" dirty="0"/>
              <a:t>                                       |                                                     |</a:t>
            </a:r>
          </a:p>
          <a:p>
            <a:pPr>
              <a:buNone/>
            </a:pPr>
            <a:r>
              <a:rPr lang="en-US" sz="2000" b="1" dirty="0"/>
              <a:t>                                       |(timeout)                                   |(trap/interrupt/block)</a:t>
            </a:r>
          </a:p>
          <a:p>
            <a:pPr>
              <a:buNone/>
            </a:pPr>
            <a:r>
              <a:rPr lang="en-US" sz="2000" b="1" dirty="0"/>
              <a:t>                                       v                                                    </a:t>
            </a:r>
            <a:r>
              <a:rPr lang="en-US" sz="2000" b="1" dirty="0" err="1"/>
              <a:t>v</a:t>
            </a:r>
            <a:endParaRPr lang="en-US" sz="2000" b="1" dirty="0"/>
          </a:p>
          <a:p>
            <a:pPr>
              <a:buNone/>
            </a:pPr>
            <a:r>
              <a:rPr lang="en-US" sz="2000" b="1" dirty="0"/>
              <a:t>                                     [Ready] &lt;-------------------(event completion)----------[Waiting]</a:t>
            </a:r>
          </a:p>
          <a:p>
            <a:pPr>
              <a:buNone/>
            </a:pPr>
            <a:r>
              <a:rPr lang="en-US" sz="2000" b="1" dirty="0"/>
              <a:t>                                       ^                                  |</a:t>
            </a:r>
          </a:p>
          <a:p>
            <a:pPr>
              <a:buNone/>
            </a:pPr>
            <a:r>
              <a:rPr lang="en-US" sz="2000" b="1" dirty="0"/>
              <a:t>                                       |(wait/IO request)                                                              |</a:t>
            </a:r>
          </a:p>
          <a:p>
            <a:pPr>
              <a:buNone/>
            </a:pPr>
            <a:r>
              <a:rPr lang="en-US" sz="2000" b="1" dirty="0"/>
              <a:t>                                        +------------ ------- (sleep)---------------------------------------+</a:t>
            </a:r>
          </a:p>
          <a:p>
            <a:r>
              <a:rPr lang="en-US" sz="2000" b="1" dirty="0"/>
              <a:t>Key Transitions:</a:t>
            </a:r>
          </a:p>
          <a:p>
            <a:r>
              <a:rPr lang="en-US" sz="2000" b="1" dirty="0"/>
              <a:t>New → Ready</a:t>
            </a:r>
            <a:r>
              <a:rPr lang="en-US" sz="2000" dirty="0"/>
              <a:t>: Process admitted by OS. OS creates process, puts it in Ready.</a:t>
            </a:r>
          </a:p>
          <a:p>
            <a:r>
              <a:rPr lang="en-US" sz="2000" b="1" dirty="0"/>
              <a:t>Ready → Running</a:t>
            </a:r>
            <a:r>
              <a:rPr lang="en-US" sz="2000" dirty="0"/>
              <a:t>: CPU scheduler selects process. Scheduler assigns CPU to a Ready process → becomes Running.</a:t>
            </a:r>
          </a:p>
          <a:p>
            <a:r>
              <a:rPr lang="en-US" sz="2000" b="1" dirty="0"/>
              <a:t>Running → Ready</a:t>
            </a:r>
            <a:r>
              <a:rPr lang="en-US" sz="2000" dirty="0"/>
              <a:t>: Time slice expired (preemption). Running process used up its time slice → put back to Ready.</a:t>
            </a:r>
          </a:p>
          <a:p>
            <a:r>
              <a:rPr lang="en-US" sz="2000" b="1" dirty="0"/>
              <a:t>Running → Blocked</a:t>
            </a:r>
            <a:r>
              <a:rPr lang="en-US" sz="2000" dirty="0"/>
              <a:t>: Process requests I/O. Running issues I/O or waits for event → becomes Waiting/Blocked.</a:t>
            </a:r>
          </a:p>
          <a:p>
            <a:r>
              <a:rPr lang="en-US" sz="2000" b="1" dirty="0"/>
              <a:t>Blocked → Ready</a:t>
            </a:r>
            <a:r>
              <a:rPr lang="en-US" sz="2000" dirty="0"/>
              <a:t>: I/O completed.</a:t>
            </a:r>
          </a:p>
          <a:p>
            <a:r>
              <a:rPr lang="en-US" sz="2000" b="1" dirty="0"/>
              <a:t>Running → Terminated</a:t>
            </a:r>
            <a:r>
              <a:rPr lang="en-US" sz="2000" dirty="0"/>
              <a:t>: Process completes or is killed.</a:t>
            </a:r>
          </a:p>
          <a:p>
            <a:pPr>
              <a:buNone/>
            </a:pPr>
            <a:endParaRPr lang="en-US" dirty="0"/>
          </a:p>
        </p:txBody>
      </p:sp>
    </p:spTree>
    <p:extLst>
      <p:ext uri="{BB962C8B-B14F-4D97-AF65-F5344CB8AC3E}">
        <p14:creationId xmlns:p14="http://schemas.microsoft.com/office/powerpoint/2010/main" val="144372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412ABB-9F74-2C7B-CB7F-5AEF055E843B}"/>
              </a:ext>
            </a:extLst>
          </p:cNvPr>
          <p:cNvSpPr txBox="1"/>
          <p:nvPr/>
        </p:nvSpPr>
        <p:spPr>
          <a:xfrm>
            <a:off x="176270" y="121186"/>
            <a:ext cx="10543142" cy="7017306"/>
          </a:xfrm>
          <a:prstGeom prst="rect">
            <a:avLst/>
          </a:prstGeom>
          <a:noFill/>
        </p:spPr>
        <p:txBody>
          <a:bodyPr wrap="square">
            <a:spAutoFit/>
          </a:bodyPr>
          <a:lstStyle/>
          <a:p>
            <a:r>
              <a:rPr lang="en-US" sz="2400" b="1" dirty="0"/>
              <a:t>Process Control Block (PCB)</a:t>
            </a:r>
          </a:p>
          <a:p>
            <a:endParaRPr lang="en-US" sz="2000" b="1" dirty="0"/>
          </a:p>
          <a:p>
            <a:r>
              <a:rPr lang="en-US" sz="2000" dirty="0"/>
              <a:t>PCB is the </a:t>
            </a:r>
            <a:r>
              <a:rPr lang="en-US" sz="2000" b="1" dirty="0"/>
              <a:t>information table</a:t>
            </a:r>
            <a:r>
              <a:rPr lang="en-US" sz="2000" dirty="0"/>
              <a:t> the OS maintains for each process.</a:t>
            </a:r>
            <a:br>
              <a:rPr lang="en-US" sz="2000" dirty="0"/>
            </a:br>
            <a:r>
              <a:rPr lang="en-US" sz="2000" dirty="0"/>
              <a:t>It is created when a process is created and deleted when it finishes.</a:t>
            </a:r>
          </a:p>
          <a:p>
            <a:endParaRPr lang="en-US" sz="2000" dirty="0"/>
          </a:p>
          <a:p>
            <a:r>
              <a:rPr lang="en-US" sz="2000" b="1" dirty="0"/>
              <a:t>PCB contains:</a:t>
            </a:r>
          </a:p>
          <a:p>
            <a:r>
              <a:rPr lang="en-US" sz="2000" b="1" dirty="0"/>
              <a:t>Process ID (PID)</a:t>
            </a:r>
            <a:endParaRPr lang="en-US" sz="2000" dirty="0"/>
          </a:p>
          <a:p>
            <a:r>
              <a:rPr lang="en-US" sz="2000" b="1" dirty="0"/>
              <a:t>Process state</a:t>
            </a:r>
            <a:endParaRPr lang="en-US" sz="2000" dirty="0"/>
          </a:p>
          <a:p>
            <a:r>
              <a:rPr lang="en-US" sz="2000" b="1" dirty="0"/>
              <a:t>Program counter (PC)</a:t>
            </a:r>
            <a:endParaRPr lang="en-US" sz="2000" dirty="0"/>
          </a:p>
          <a:p>
            <a:r>
              <a:rPr lang="en-US" sz="2000" b="1" dirty="0"/>
              <a:t>CPU registers</a:t>
            </a:r>
            <a:endParaRPr lang="en-US" sz="2000" dirty="0"/>
          </a:p>
          <a:p>
            <a:r>
              <a:rPr lang="en-US" sz="2000" b="1" dirty="0"/>
              <a:t>Memory management info</a:t>
            </a:r>
            <a:endParaRPr lang="en-US" sz="2000" dirty="0"/>
          </a:p>
          <a:p>
            <a:pPr lvl="1"/>
            <a:r>
              <a:rPr lang="en-US" sz="2000" dirty="0"/>
              <a:t>Base and limit registers</a:t>
            </a:r>
          </a:p>
          <a:p>
            <a:pPr lvl="1"/>
            <a:r>
              <a:rPr lang="en-US" sz="2000" dirty="0"/>
              <a:t>Page tables / segment tables</a:t>
            </a:r>
          </a:p>
          <a:p>
            <a:r>
              <a:rPr lang="en-US" sz="2000" b="1" dirty="0"/>
              <a:t>Accounting information</a:t>
            </a:r>
            <a:endParaRPr lang="en-US" sz="2000" dirty="0"/>
          </a:p>
          <a:p>
            <a:pPr lvl="1"/>
            <a:r>
              <a:rPr lang="en-US" sz="2000" dirty="0"/>
              <a:t>CPU usage</a:t>
            </a:r>
          </a:p>
          <a:p>
            <a:pPr lvl="1"/>
            <a:r>
              <a:rPr lang="en-US" sz="2000" dirty="0"/>
              <a:t>Time limits</a:t>
            </a:r>
          </a:p>
          <a:p>
            <a:pPr lvl="1"/>
            <a:r>
              <a:rPr lang="en-US" sz="2000" dirty="0"/>
              <a:t>Job priority</a:t>
            </a:r>
          </a:p>
          <a:p>
            <a:pPr lvl="1"/>
            <a:endParaRPr lang="en-US" sz="2000" dirty="0"/>
          </a:p>
          <a:p>
            <a:r>
              <a:rPr lang="en-US" sz="2400" dirty="0"/>
              <a:t>PCB is stored in </a:t>
            </a:r>
            <a:r>
              <a:rPr lang="en-US" sz="2400" b="1" dirty="0"/>
              <a:t>kernel memory</a:t>
            </a:r>
            <a:r>
              <a:rPr lang="en-US" sz="2400" dirty="0"/>
              <a:t> because:</a:t>
            </a:r>
          </a:p>
          <a:p>
            <a:r>
              <a:rPr lang="en-US" sz="2400" dirty="0"/>
              <a:t>User processes must not modify it.</a:t>
            </a:r>
          </a:p>
          <a:p>
            <a:pPr lvl="1"/>
            <a:endParaRPr lang="en-US" sz="2000" dirty="0"/>
          </a:p>
          <a:p>
            <a:pPr>
              <a:buNone/>
            </a:pPr>
            <a:endParaRPr lang="en-IN" b="1" dirty="0"/>
          </a:p>
        </p:txBody>
      </p:sp>
      <p:sp>
        <p:nvSpPr>
          <p:cNvPr id="4" name="TextBox 3">
            <a:extLst>
              <a:ext uri="{FF2B5EF4-FFF2-40B4-BE49-F238E27FC236}">
                <a16:creationId xmlns:a16="http://schemas.microsoft.com/office/drawing/2014/main" id="{DE404E3B-203D-936B-C6BB-4C77278F6A64}"/>
              </a:ext>
            </a:extLst>
          </p:cNvPr>
          <p:cNvSpPr txBox="1"/>
          <p:nvPr/>
        </p:nvSpPr>
        <p:spPr>
          <a:xfrm>
            <a:off x="4825388" y="1983036"/>
            <a:ext cx="5067758" cy="1938992"/>
          </a:xfrm>
          <a:prstGeom prst="rect">
            <a:avLst/>
          </a:prstGeom>
          <a:noFill/>
        </p:spPr>
        <p:txBody>
          <a:bodyPr wrap="square">
            <a:spAutoFit/>
          </a:bodyPr>
          <a:lstStyle/>
          <a:p>
            <a:r>
              <a:rPr lang="en-US" sz="2000" b="1" dirty="0"/>
              <a:t>I/O status</a:t>
            </a:r>
            <a:endParaRPr lang="en-US" sz="2000" dirty="0"/>
          </a:p>
          <a:p>
            <a:pPr lvl="1"/>
            <a:r>
              <a:rPr lang="en-US" sz="2000" dirty="0"/>
              <a:t>Open files</a:t>
            </a:r>
          </a:p>
          <a:p>
            <a:pPr lvl="1"/>
            <a:r>
              <a:rPr lang="en-US" sz="2000" dirty="0"/>
              <a:t>Devices used</a:t>
            </a:r>
          </a:p>
          <a:p>
            <a:r>
              <a:rPr lang="en-US" sz="2000" b="1" dirty="0"/>
              <a:t>Scheduling information</a:t>
            </a:r>
            <a:endParaRPr lang="en-US" sz="2000" dirty="0"/>
          </a:p>
          <a:p>
            <a:pPr lvl="1"/>
            <a:r>
              <a:rPr lang="en-US" sz="2000" dirty="0"/>
              <a:t>Priority</a:t>
            </a:r>
          </a:p>
          <a:p>
            <a:pPr lvl="1"/>
            <a:r>
              <a:rPr lang="en-US" sz="2000" dirty="0"/>
              <a:t>Scheduling queue pointers</a:t>
            </a:r>
          </a:p>
        </p:txBody>
      </p:sp>
    </p:spTree>
    <p:extLst>
      <p:ext uri="{BB962C8B-B14F-4D97-AF65-F5344CB8AC3E}">
        <p14:creationId xmlns:p14="http://schemas.microsoft.com/office/powerpoint/2010/main" val="1612416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DDC89A-5244-9F2F-E760-6F0C945210A1}"/>
              </a:ext>
            </a:extLst>
          </p:cNvPr>
          <p:cNvSpPr txBox="1"/>
          <p:nvPr/>
        </p:nvSpPr>
        <p:spPr>
          <a:xfrm>
            <a:off x="165253" y="165252"/>
            <a:ext cx="11534660" cy="6647974"/>
          </a:xfrm>
          <a:prstGeom prst="rect">
            <a:avLst/>
          </a:prstGeom>
          <a:noFill/>
        </p:spPr>
        <p:txBody>
          <a:bodyPr wrap="square">
            <a:spAutoFit/>
          </a:bodyPr>
          <a:lstStyle/>
          <a:p>
            <a:r>
              <a:rPr lang="en-US" sz="2400" b="1" dirty="0"/>
              <a:t>Context Switching</a:t>
            </a:r>
          </a:p>
          <a:p>
            <a:endParaRPr lang="en-US" sz="2400" b="1" dirty="0"/>
          </a:p>
          <a:p>
            <a:r>
              <a:rPr lang="en-US" sz="2400" dirty="0"/>
              <a:t>A </a:t>
            </a:r>
            <a:r>
              <a:rPr lang="en-US" sz="2400" b="1" dirty="0"/>
              <a:t>context switch</a:t>
            </a:r>
            <a:r>
              <a:rPr lang="en-US" sz="2400" dirty="0"/>
              <a:t> occurs when the CPU switches from one process to another.</a:t>
            </a:r>
          </a:p>
          <a:p>
            <a:r>
              <a:rPr lang="en-US" sz="2400" b="1" dirty="0"/>
              <a:t>Steps in Context Switching:</a:t>
            </a:r>
          </a:p>
          <a:p>
            <a:r>
              <a:rPr lang="en-US" sz="2400" dirty="0"/>
              <a:t>Save the state (registers, PC, etc.) of the </a:t>
            </a:r>
            <a:r>
              <a:rPr lang="en-US" sz="2400" b="1" dirty="0"/>
              <a:t>current process</a:t>
            </a:r>
            <a:r>
              <a:rPr lang="en-US" sz="2400" dirty="0"/>
              <a:t> into its PCB.</a:t>
            </a:r>
          </a:p>
          <a:p>
            <a:r>
              <a:rPr lang="en-US" sz="2400" dirty="0"/>
              <a:t>Load the state of the </a:t>
            </a:r>
            <a:r>
              <a:rPr lang="en-US" sz="2400" b="1" dirty="0"/>
              <a:t>next process</a:t>
            </a:r>
            <a:r>
              <a:rPr lang="en-US" sz="2400" dirty="0"/>
              <a:t> from its PCB.</a:t>
            </a:r>
          </a:p>
          <a:p>
            <a:r>
              <a:rPr lang="en-US" sz="2400" dirty="0"/>
              <a:t>Update scheduling structures.</a:t>
            </a:r>
          </a:p>
          <a:p>
            <a:r>
              <a:rPr lang="en-US" sz="2400" dirty="0"/>
              <a:t>Resume execution of the new process.</a:t>
            </a:r>
          </a:p>
          <a:p>
            <a:endParaRPr lang="en-US" sz="2400" dirty="0"/>
          </a:p>
          <a:p>
            <a:r>
              <a:rPr lang="en-US" sz="2400" b="1" dirty="0"/>
              <a:t>When does context switching happen?</a:t>
            </a:r>
          </a:p>
          <a:p>
            <a:r>
              <a:rPr lang="en-US" sz="2400" dirty="0"/>
              <a:t>Timer interrupt</a:t>
            </a:r>
          </a:p>
          <a:p>
            <a:r>
              <a:rPr lang="en-US" sz="2400" dirty="0"/>
              <a:t>I/O interrupt</a:t>
            </a:r>
          </a:p>
          <a:p>
            <a:r>
              <a:rPr lang="en-US" sz="2400" dirty="0"/>
              <a:t>System call</a:t>
            </a:r>
          </a:p>
          <a:p>
            <a:r>
              <a:rPr lang="en-US" sz="2400" dirty="0"/>
              <a:t>Process termination</a:t>
            </a:r>
          </a:p>
          <a:p>
            <a:r>
              <a:rPr lang="en-US" sz="2400" dirty="0"/>
              <a:t>Higher-priority process arrival</a:t>
            </a:r>
          </a:p>
          <a:p>
            <a:endParaRPr lang="en-US" sz="2400" dirty="0"/>
          </a:p>
          <a:p>
            <a:endParaRPr lang="en-US" sz="2400" dirty="0"/>
          </a:p>
          <a:p>
            <a:pPr>
              <a:buNone/>
            </a:pPr>
            <a:endParaRPr lang="en-US" dirty="0"/>
          </a:p>
        </p:txBody>
      </p:sp>
    </p:spTree>
    <p:extLst>
      <p:ext uri="{BB962C8B-B14F-4D97-AF65-F5344CB8AC3E}">
        <p14:creationId xmlns:p14="http://schemas.microsoft.com/office/powerpoint/2010/main" val="41857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60E7-5756-1084-325A-2F5A7FD0AFCA}"/>
              </a:ext>
            </a:extLst>
          </p:cNvPr>
          <p:cNvSpPr>
            <a:spLocks noGrp="1"/>
          </p:cNvSpPr>
          <p:nvPr>
            <p:ph type="title"/>
          </p:nvPr>
        </p:nvSpPr>
        <p:spPr>
          <a:xfrm>
            <a:off x="838200" y="365125"/>
            <a:ext cx="10515600" cy="1365704"/>
          </a:xfrm>
        </p:spPr>
        <p:txBody>
          <a:bodyPr/>
          <a:lstStyle/>
          <a:p>
            <a:r>
              <a:rPr lang="en-US" b="1" dirty="0"/>
              <a:t>Thread: Definition</a:t>
            </a:r>
            <a:br>
              <a:rPr lang="en-US" b="1" dirty="0"/>
            </a:br>
            <a:endParaRPr lang="en-IN" dirty="0"/>
          </a:p>
        </p:txBody>
      </p:sp>
      <p:sp>
        <p:nvSpPr>
          <p:cNvPr id="3" name="Content Placeholder 2">
            <a:extLst>
              <a:ext uri="{FF2B5EF4-FFF2-40B4-BE49-F238E27FC236}">
                <a16:creationId xmlns:a16="http://schemas.microsoft.com/office/drawing/2014/main" id="{02F0FF66-BD30-EA03-4380-FE582D685E1D}"/>
              </a:ext>
            </a:extLst>
          </p:cNvPr>
          <p:cNvSpPr>
            <a:spLocks noGrp="1"/>
          </p:cNvSpPr>
          <p:nvPr>
            <p:ph idx="1"/>
          </p:nvPr>
        </p:nvSpPr>
        <p:spPr>
          <a:xfrm>
            <a:off x="838200" y="1491343"/>
            <a:ext cx="10515600" cy="4685620"/>
          </a:xfrm>
        </p:spPr>
        <p:txBody>
          <a:bodyPr>
            <a:normAutofit fontScale="92500" lnSpcReduction="10000"/>
          </a:bodyPr>
          <a:lstStyle/>
          <a:p>
            <a:pPr marL="0" indent="0">
              <a:buNone/>
            </a:pPr>
            <a:r>
              <a:rPr lang="en-US" dirty="0"/>
              <a:t>A </a:t>
            </a:r>
            <a:r>
              <a:rPr lang="en-US" b="1" dirty="0"/>
              <a:t>thread</a:t>
            </a:r>
            <a:r>
              <a:rPr lang="en-US" dirty="0"/>
              <a:t> is the </a:t>
            </a:r>
            <a:r>
              <a:rPr lang="en-US" b="1" dirty="0"/>
              <a:t>smallest unit of execution</a:t>
            </a:r>
            <a:r>
              <a:rPr lang="en-US" dirty="0"/>
              <a:t> within a process.</a:t>
            </a:r>
          </a:p>
          <a:p>
            <a:pPr marL="0" indent="0">
              <a:buNone/>
            </a:pPr>
            <a:r>
              <a:rPr lang="en-US" dirty="0"/>
              <a:t>Think of a process as a </a:t>
            </a:r>
            <a:r>
              <a:rPr lang="en-US" b="1" dirty="0"/>
              <a:t>program in execution</a:t>
            </a:r>
            <a:r>
              <a:rPr lang="en-US" dirty="0"/>
              <a:t>, and threads are the individual </a:t>
            </a:r>
            <a:r>
              <a:rPr lang="en-US" b="1" dirty="0"/>
              <a:t>tasks or sequences of instructions</a:t>
            </a:r>
            <a:r>
              <a:rPr lang="en-US" dirty="0"/>
              <a:t> that run within that process.</a:t>
            </a:r>
          </a:p>
          <a:p>
            <a:pPr marL="0" indent="0">
              <a:buNone/>
            </a:pPr>
            <a:r>
              <a:rPr lang="en-US" dirty="0"/>
              <a:t>A single process can have </a:t>
            </a:r>
            <a:r>
              <a:rPr lang="en-US" b="1" dirty="0"/>
              <a:t>multiple threads</a:t>
            </a:r>
            <a:r>
              <a:rPr lang="en-US" dirty="0"/>
              <a:t>.</a:t>
            </a:r>
          </a:p>
          <a:p>
            <a:pPr marL="0" indent="0">
              <a:buNone/>
            </a:pPr>
            <a:r>
              <a:rPr lang="en-US" dirty="0"/>
              <a:t>Threads share the </a:t>
            </a:r>
            <a:r>
              <a:rPr lang="en-US" b="1" dirty="0"/>
              <a:t>same process resources</a:t>
            </a:r>
            <a:r>
              <a:rPr lang="en-US" dirty="0"/>
              <a:t> like memory and files but execute independently.</a:t>
            </a:r>
          </a:p>
          <a:p>
            <a:pPr marL="0" indent="0">
              <a:buNone/>
            </a:pPr>
            <a:r>
              <a:rPr lang="en-US" b="1" dirty="0"/>
              <a:t>Example:</a:t>
            </a:r>
            <a:br>
              <a:rPr lang="en-US" dirty="0"/>
            </a:br>
            <a:r>
              <a:rPr lang="en-US" dirty="0"/>
              <a:t>In a web browser:</a:t>
            </a:r>
          </a:p>
          <a:p>
            <a:r>
              <a:rPr lang="en-US" dirty="0"/>
              <a:t>One thread handles user input.</a:t>
            </a:r>
          </a:p>
          <a:p>
            <a:r>
              <a:rPr lang="en-US" dirty="0"/>
              <a:t>Another thread loads images.</a:t>
            </a:r>
          </a:p>
          <a:p>
            <a:r>
              <a:rPr lang="en-US" dirty="0"/>
              <a:t>Another handles network requests.</a:t>
            </a:r>
          </a:p>
          <a:p>
            <a:endParaRPr lang="en-IN" dirty="0"/>
          </a:p>
        </p:txBody>
      </p:sp>
    </p:spTree>
    <p:extLst>
      <p:ext uri="{BB962C8B-B14F-4D97-AF65-F5344CB8AC3E}">
        <p14:creationId xmlns:p14="http://schemas.microsoft.com/office/powerpoint/2010/main" val="1892015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103C-AB16-1843-2C60-B4F9D2F9CD36}"/>
              </a:ext>
            </a:extLst>
          </p:cNvPr>
          <p:cNvSpPr>
            <a:spLocks noGrp="1"/>
          </p:cNvSpPr>
          <p:nvPr>
            <p:ph type="title"/>
          </p:nvPr>
        </p:nvSpPr>
        <p:spPr>
          <a:xfrm>
            <a:off x="413657" y="468086"/>
            <a:ext cx="10940143" cy="522514"/>
          </a:xfrm>
        </p:spPr>
        <p:txBody>
          <a:bodyPr>
            <a:normAutofit fontScale="90000"/>
          </a:bodyPr>
          <a:lstStyle/>
          <a:p>
            <a:r>
              <a:rPr lang="en-US" b="1" dirty="0"/>
              <a:t>Various States of a Thread</a:t>
            </a:r>
            <a:endParaRPr lang="en-IN" b="1" dirty="0"/>
          </a:p>
        </p:txBody>
      </p:sp>
      <p:sp>
        <p:nvSpPr>
          <p:cNvPr id="3" name="Content Placeholder 2">
            <a:extLst>
              <a:ext uri="{FF2B5EF4-FFF2-40B4-BE49-F238E27FC236}">
                <a16:creationId xmlns:a16="http://schemas.microsoft.com/office/drawing/2014/main" id="{6F4FF970-F371-9C33-2675-2697557BA671}"/>
              </a:ext>
            </a:extLst>
          </p:cNvPr>
          <p:cNvSpPr>
            <a:spLocks noGrp="1"/>
          </p:cNvSpPr>
          <p:nvPr>
            <p:ph idx="1"/>
          </p:nvPr>
        </p:nvSpPr>
        <p:spPr>
          <a:xfrm>
            <a:off x="413657" y="1186543"/>
            <a:ext cx="6411687" cy="4593772"/>
          </a:xfrm>
        </p:spPr>
        <p:txBody>
          <a:bodyPr>
            <a:normAutofit lnSpcReduction="10000"/>
          </a:bodyPr>
          <a:lstStyle/>
          <a:p>
            <a:pPr marL="0" indent="0">
              <a:buNone/>
            </a:pPr>
            <a:r>
              <a:rPr lang="en-US" sz="1800" b="1" dirty="0"/>
              <a:t>1)New (Created)</a:t>
            </a:r>
          </a:p>
          <a:p>
            <a:r>
              <a:rPr lang="en-US" sz="1800" dirty="0"/>
              <a:t>The thread is </a:t>
            </a:r>
            <a:r>
              <a:rPr lang="en-US" sz="1800" b="1" dirty="0"/>
              <a:t>created</a:t>
            </a:r>
            <a:r>
              <a:rPr lang="en-US" sz="1800" dirty="0"/>
              <a:t> but </a:t>
            </a:r>
            <a:r>
              <a:rPr lang="en-US" sz="1800" b="1" dirty="0"/>
              <a:t>not yet started</a:t>
            </a:r>
            <a:r>
              <a:rPr lang="en-US" sz="1800" dirty="0"/>
              <a:t>.</a:t>
            </a:r>
          </a:p>
          <a:p>
            <a:r>
              <a:rPr lang="en-US" sz="1800" dirty="0"/>
              <a:t>The thread is in memory but </a:t>
            </a:r>
            <a:r>
              <a:rPr lang="en-US" sz="1800" b="1" dirty="0"/>
              <a:t>not eligible for CPU execution</a:t>
            </a:r>
            <a:r>
              <a:rPr lang="en-US" sz="1800" dirty="0"/>
              <a:t>.</a:t>
            </a:r>
          </a:p>
          <a:p>
            <a:pPr marL="0" indent="0">
              <a:buNone/>
            </a:pPr>
            <a:r>
              <a:rPr lang="en-US" sz="1800" b="1" dirty="0"/>
              <a:t>2)Runnable (Ready)</a:t>
            </a:r>
          </a:p>
          <a:p>
            <a:r>
              <a:rPr lang="en-US" sz="1800" dirty="0"/>
              <a:t>The thread is </a:t>
            </a:r>
            <a:r>
              <a:rPr lang="en-US" sz="1800" b="1" dirty="0"/>
              <a:t>ready to run</a:t>
            </a:r>
            <a:r>
              <a:rPr lang="en-US" sz="1800" dirty="0"/>
              <a:t> but waiting for the </a:t>
            </a:r>
            <a:r>
              <a:rPr lang="en-US" sz="1800" b="1" dirty="0"/>
              <a:t>CPU scheduler</a:t>
            </a:r>
            <a:r>
              <a:rPr lang="en-US" sz="1800" dirty="0"/>
              <a:t>.</a:t>
            </a:r>
          </a:p>
          <a:p>
            <a:r>
              <a:rPr lang="en-US" sz="1800" dirty="0"/>
              <a:t>It has all resources except CPU.</a:t>
            </a:r>
          </a:p>
          <a:p>
            <a:pPr marL="0" indent="0">
              <a:buNone/>
            </a:pPr>
            <a:r>
              <a:rPr lang="en-US" sz="1800" b="1" dirty="0"/>
              <a:t>3)Running</a:t>
            </a:r>
          </a:p>
          <a:p>
            <a:r>
              <a:rPr lang="en-US" sz="1800" dirty="0"/>
              <a:t>The thread is </a:t>
            </a:r>
            <a:r>
              <a:rPr lang="en-US" sz="1800" b="1" dirty="0"/>
              <a:t>currently executing</a:t>
            </a:r>
            <a:r>
              <a:rPr lang="en-US" sz="1800" dirty="0"/>
              <a:t> on the CPU.</a:t>
            </a:r>
          </a:p>
          <a:p>
            <a:r>
              <a:rPr lang="en-US" sz="1800" dirty="0"/>
              <a:t>Only </a:t>
            </a:r>
            <a:r>
              <a:rPr lang="en-US" sz="1800" b="1" dirty="0"/>
              <a:t>one thread per core</a:t>
            </a:r>
            <a:r>
              <a:rPr lang="en-US" sz="1800" dirty="0"/>
              <a:t> can run at a time (unless multi-core).</a:t>
            </a:r>
          </a:p>
          <a:p>
            <a:pPr marL="0" indent="0">
              <a:buNone/>
            </a:pPr>
            <a:r>
              <a:rPr lang="en-US" sz="1800" b="1" dirty="0"/>
              <a:t>4) Waiting / Blocked</a:t>
            </a:r>
          </a:p>
          <a:p>
            <a:r>
              <a:rPr lang="en-US" sz="1800" dirty="0"/>
              <a:t>The thread is </a:t>
            </a:r>
            <a:r>
              <a:rPr lang="en-US" sz="1800" b="1" dirty="0"/>
              <a:t>waiting indefinitely</a:t>
            </a:r>
            <a:r>
              <a:rPr lang="en-US" sz="1800" dirty="0"/>
              <a:t> until some </a:t>
            </a:r>
            <a:r>
              <a:rPr lang="en-US" sz="1800" b="1" dirty="0"/>
              <a:t>event occurs</a:t>
            </a:r>
            <a:r>
              <a:rPr lang="en-US" sz="1800" dirty="0"/>
              <a:t> (like resource availability or signal from another thread).</a:t>
            </a:r>
          </a:p>
          <a:p>
            <a:r>
              <a:rPr lang="en-US" sz="1800" dirty="0"/>
              <a:t>Example: Waiting for I/O or another thread to release a lock.</a:t>
            </a:r>
          </a:p>
          <a:p>
            <a:pPr marL="0" indent="0">
              <a:buNone/>
            </a:pPr>
            <a:endParaRPr lang="en-US" sz="1800" dirty="0"/>
          </a:p>
          <a:p>
            <a:pPr marL="0" indent="0">
              <a:buNone/>
            </a:pPr>
            <a:endParaRPr lang="en-US" sz="1800" dirty="0"/>
          </a:p>
          <a:p>
            <a:pPr marL="0" indent="0">
              <a:buNone/>
            </a:pPr>
            <a:endParaRPr lang="en-IN" dirty="0"/>
          </a:p>
        </p:txBody>
      </p:sp>
      <p:sp>
        <p:nvSpPr>
          <p:cNvPr id="5" name="TextBox 4">
            <a:extLst>
              <a:ext uri="{FF2B5EF4-FFF2-40B4-BE49-F238E27FC236}">
                <a16:creationId xmlns:a16="http://schemas.microsoft.com/office/drawing/2014/main" id="{A0F7E795-299B-F5ED-3B5C-71D6B815420D}"/>
              </a:ext>
            </a:extLst>
          </p:cNvPr>
          <p:cNvSpPr txBox="1"/>
          <p:nvPr/>
        </p:nvSpPr>
        <p:spPr>
          <a:xfrm>
            <a:off x="6825343" y="1186542"/>
            <a:ext cx="5094513" cy="2585323"/>
          </a:xfrm>
          <a:prstGeom prst="rect">
            <a:avLst/>
          </a:prstGeom>
          <a:noFill/>
        </p:spPr>
        <p:txBody>
          <a:bodyPr wrap="square">
            <a:spAutoFit/>
          </a:bodyPr>
          <a:lstStyle/>
          <a:p>
            <a:pPr marL="0" indent="0">
              <a:buNone/>
            </a:pPr>
            <a:r>
              <a:rPr lang="en-US" sz="1800" b="1" dirty="0"/>
              <a:t>5) Timed Waiting</a:t>
            </a:r>
          </a:p>
          <a:p>
            <a:r>
              <a:rPr lang="en-US" sz="1800" dirty="0"/>
              <a:t>Similar to waiting, but </a:t>
            </a:r>
            <a:r>
              <a:rPr lang="en-US" sz="1800" b="1" dirty="0"/>
              <a:t>only waits for a specified time</a:t>
            </a:r>
            <a:r>
              <a:rPr lang="en-US" sz="1800" dirty="0"/>
              <a:t>.</a:t>
            </a:r>
          </a:p>
          <a:p>
            <a:r>
              <a:rPr lang="en-US" sz="1800" dirty="0"/>
              <a:t>Example in Java: sleep(1000) or join(5000).</a:t>
            </a:r>
          </a:p>
          <a:p>
            <a:endParaRPr lang="en-US" sz="1800" dirty="0"/>
          </a:p>
          <a:p>
            <a:pPr marL="0" indent="0">
              <a:buNone/>
            </a:pPr>
            <a:r>
              <a:rPr lang="en-US" sz="1800" b="1" dirty="0"/>
              <a:t>6.)Terminated (Dead)</a:t>
            </a:r>
          </a:p>
          <a:p>
            <a:r>
              <a:rPr lang="en-US" sz="1800" dirty="0"/>
              <a:t>The thread has </a:t>
            </a:r>
            <a:r>
              <a:rPr lang="en-US" sz="1800" b="1" dirty="0"/>
              <a:t>finished execution</a:t>
            </a:r>
            <a:r>
              <a:rPr lang="en-US" sz="1800" dirty="0"/>
              <a:t> or </a:t>
            </a:r>
            <a:r>
              <a:rPr lang="en-US" sz="1800" b="1" dirty="0"/>
              <a:t>stopped permanently</a:t>
            </a:r>
            <a:r>
              <a:rPr lang="en-US" sz="1800" dirty="0"/>
              <a:t>.</a:t>
            </a:r>
          </a:p>
          <a:p>
            <a:r>
              <a:rPr lang="en-US" sz="1800" dirty="0"/>
              <a:t>Example: After the </a:t>
            </a:r>
            <a:r>
              <a:rPr lang="en-US" dirty="0"/>
              <a:t>run()</a:t>
            </a:r>
            <a:r>
              <a:rPr lang="en-US" sz="1800" dirty="0"/>
              <a:t> method completes.</a:t>
            </a:r>
          </a:p>
        </p:txBody>
      </p:sp>
    </p:spTree>
    <p:extLst>
      <p:ext uri="{BB962C8B-B14F-4D97-AF65-F5344CB8AC3E}">
        <p14:creationId xmlns:p14="http://schemas.microsoft.com/office/powerpoint/2010/main" val="2241246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F718C-B178-9DE3-906C-A64D0D091C4D}"/>
              </a:ext>
            </a:extLst>
          </p:cNvPr>
          <p:cNvSpPr>
            <a:spLocks noGrp="1"/>
          </p:cNvSpPr>
          <p:nvPr>
            <p:ph type="title"/>
          </p:nvPr>
        </p:nvSpPr>
        <p:spPr>
          <a:xfrm>
            <a:off x="631371" y="365125"/>
            <a:ext cx="10722429" cy="843189"/>
          </a:xfrm>
        </p:spPr>
        <p:txBody>
          <a:bodyPr>
            <a:normAutofit fontScale="90000"/>
          </a:bodyPr>
          <a:lstStyle/>
          <a:p>
            <a:r>
              <a:rPr lang="en-US" sz="3600" b="1" dirty="0"/>
              <a:t>Explanation of Transitions</a:t>
            </a:r>
            <a:br>
              <a:rPr lang="en-US" b="1" dirty="0"/>
            </a:br>
            <a:endParaRPr lang="en-IN" dirty="0"/>
          </a:p>
        </p:txBody>
      </p:sp>
      <p:sp>
        <p:nvSpPr>
          <p:cNvPr id="3" name="Content Placeholder 2">
            <a:extLst>
              <a:ext uri="{FF2B5EF4-FFF2-40B4-BE49-F238E27FC236}">
                <a16:creationId xmlns:a16="http://schemas.microsoft.com/office/drawing/2014/main" id="{36E3153A-3A57-D271-9F5D-11D572C88FA8}"/>
              </a:ext>
            </a:extLst>
          </p:cNvPr>
          <p:cNvSpPr>
            <a:spLocks noGrp="1"/>
          </p:cNvSpPr>
          <p:nvPr>
            <p:ph idx="1"/>
          </p:nvPr>
        </p:nvSpPr>
        <p:spPr>
          <a:xfrm>
            <a:off x="402771" y="914400"/>
            <a:ext cx="10951029" cy="5262563"/>
          </a:xfrm>
        </p:spPr>
        <p:txBody>
          <a:bodyPr/>
          <a:lstStyle/>
          <a:p>
            <a:r>
              <a:rPr lang="en-US" sz="2000" b="1" dirty="0"/>
              <a:t>New → Runnable</a:t>
            </a:r>
            <a:r>
              <a:rPr lang="en-US" sz="2000" dirty="0"/>
              <a:t>: After the thread is started.</a:t>
            </a:r>
          </a:p>
          <a:p>
            <a:r>
              <a:rPr lang="en-US" sz="2000" b="1" dirty="0"/>
              <a:t>Runnable → Running</a:t>
            </a:r>
            <a:r>
              <a:rPr lang="en-US" sz="2000" dirty="0"/>
              <a:t>: Scheduler allocates CPU.</a:t>
            </a:r>
          </a:p>
          <a:p>
            <a:r>
              <a:rPr lang="en-US" sz="2000" b="1" dirty="0"/>
              <a:t>Running → Waiting / Timed Waiting</a:t>
            </a:r>
            <a:r>
              <a:rPr lang="en-US" sz="2000" dirty="0"/>
              <a:t>: Thread waits for resource or timeout.</a:t>
            </a:r>
          </a:p>
          <a:p>
            <a:r>
              <a:rPr lang="en-US" sz="2000" b="1" dirty="0"/>
              <a:t>Waiting / Timed Waiting → Runnable</a:t>
            </a:r>
            <a:r>
              <a:rPr lang="en-US" sz="2000" dirty="0"/>
              <a:t>: Resource becomes available or timeout expires.</a:t>
            </a:r>
          </a:p>
          <a:p>
            <a:r>
              <a:rPr lang="en-US" sz="2000" b="1" dirty="0"/>
              <a:t>Running → Terminated</a:t>
            </a:r>
            <a:r>
              <a:rPr lang="en-US" sz="2000" dirty="0"/>
              <a:t>: Thread finishes execution.</a:t>
            </a:r>
          </a:p>
          <a:p>
            <a:pPr marL="0" indent="0">
              <a:buNone/>
            </a:pPr>
            <a:endParaRPr lang="en-IN" dirty="0"/>
          </a:p>
        </p:txBody>
      </p:sp>
      <p:sp>
        <p:nvSpPr>
          <p:cNvPr id="4" name="AutoShape 2" descr="Uploaded image">
            <a:extLst>
              <a:ext uri="{FF2B5EF4-FFF2-40B4-BE49-F238E27FC236}">
                <a16:creationId xmlns:a16="http://schemas.microsoft.com/office/drawing/2014/main" id="{BD96B966-9016-7B21-D6B8-CDF5FE5AE16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Life Cycle of Thread in Java">
            <a:extLst>
              <a:ext uri="{FF2B5EF4-FFF2-40B4-BE49-F238E27FC236}">
                <a16:creationId xmlns:a16="http://schemas.microsoft.com/office/drawing/2014/main" id="{F912FA52-9999-BE0F-7BFD-655B6729B018}"/>
              </a:ext>
            </a:extLst>
          </p:cNvPr>
          <p:cNvSpPr>
            <a:spLocks noChangeAspect="1" noChangeArrowheads="1"/>
          </p:cNvSpPr>
          <p:nvPr/>
        </p:nvSpPr>
        <p:spPr bwMode="auto">
          <a:xfrm flipV="1">
            <a:off x="2906486" y="3733800"/>
            <a:ext cx="3494314" cy="34943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E9ABE651-9285-28F7-06AE-2DBD81F83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629" y="2929659"/>
            <a:ext cx="5388428" cy="3105790"/>
          </a:xfrm>
          <a:prstGeom prst="rect">
            <a:avLst/>
          </a:prstGeom>
        </p:spPr>
      </p:pic>
    </p:spTree>
    <p:extLst>
      <p:ext uri="{BB962C8B-B14F-4D97-AF65-F5344CB8AC3E}">
        <p14:creationId xmlns:p14="http://schemas.microsoft.com/office/powerpoint/2010/main" val="2773636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8579-727B-8DB1-68CA-BEFF2CAAEC4F}"/>
              </a:ext>
            </a:extLst>
          </p:cNvPr>
          <p:cNvSpPr>
            <a:spLocks noGrp="1"/>
          </p:cNvSpPr>
          <p:nvPr>
            <p:ph type="title"/>
          </p:nvPr>
        </p:nvSpPr>
        <p:spPr>
          <a:xfrm>
            <a:off x="957942" y="365125"/>
            <a:ext cx="10395857" cy="1460500"/>
          </a:xfrm>
        </p:spPr>
        <p:txBody>
          <a:bodyPr/>
          <a:lstStyle/>
          <a:p>
            <a:r>
              <a:rPr lang="en-US" b="1" dirty="0"/>
              <a:t>Benefits of Threads</a:t>
            </a:r>
            <a:br>
              <a:rPr lang="en-US" b="1" dirty="0"/>
            </a:br>
            <a:endParaRPr lang="en-IN" dirty="0"/>
          </a:p>
        </p:txBody>
      </p:sp>
      <p:sp>
        <p:nvSpPr>
          <p:cNvPr id="3" name="Content Placeholder 2">
            <a:extLst>
              <a:ext uri="{FF2B5EF4-FFF2-40B4-BE49-F238E27FC236}">
                <a16:creationId xmlns:a16="http://schemas.microsoft.com/office/drawing/2014/main" id="{1B501DE7-FEA9-EBB8-0173-DCAAC7B69123}"/>
              </a:ext>
            </a:extLst>
          </p:cNvPr>
          <p:cNvSpPr>
            <a:spLocks noGrp="1"/>
          </p:cNvSpPr>
          <p:nvPr>
            <p:ph idx="1"/>
          </p:nvPr>
        </p:nvSpPr>
        <p:spPr>
          <a:xfrm>
            <a:off x="762000" y="1317171"/>
            <a:ext cx="10591800" cy="4859792"/>
          </a:xfrm>
        </p:spPr>
        <p:txBody>
          <a:bodyPr>
            <a:normAutofit/>
          </a:bodyPr>
          <a:lstStyle/>
          <a:p>
            <a:pPr marL="0" indent="0">
              <a:buNone/>
            </a:pPr>
            <a:r>
              <a:rPr lang="en-US" sz="2400" dirty="0"/>
              <a:t>Using threads provides several advantages:</a:t>
            </a:r>
          </a:p>
          <a:p>
            <a:r>
              <a:rPr lang="en-US" sz="2400" b="1" dirty="0"/>
              <a:t>Responsiveness</a:t>
            </a:r>
            <a:r>
              <a:rPr lang="en-US" sz="2400" dirty="0"/>
              <a:t>: Applications remain responsive (e.g., UI doesn’t freeze while a task runs).</a:t>
            </a:r>
          </a:p>
          <a:p>
            <a:r>
              <a:rPr lang="en-US" sz="2400" b="1" dirty="0"/>
              <a:t>Resource Sharing</a:t>
            </a:r>
            <a:r>
              <a:rPr lang="en-US" sz="2400" dirty="0"/>
              <a:t>: Threads share memory and resources, so communication between them is faster.</a:t>
            </a:r>
          </a:p>
          <a:p>
            <a:r>
              <a:rPr lang="en-US" sz="2400" b="1" dirty="0"/>
              <a:t>Better CPU Utilization</a:t>
            </a:r>
            <a:r>
              <a:rPr lang="en-US" sz="2400" dirty="0"/>
              <a:t>: Multithreading allows the CPU to execute multiple tasks concurrently.</a:t>
            </a:r>
          </a:p>
          <a:p>
            <a:r>
              <a:rPr lang="en-US" sz="2400" b="1" dirty="0"/>
              <a:t>Economical</a:t>
            </a:r>
            <a:r>
              <a:rPr lang="en-US" sz="2400" dirty="0"/>
              <a:t>: Creating threads is cheaper than creating separate processes.</a:t>
            </a:r>
          </a:p>
          <a:p>
            <a:r>
              <a:rPr lang="en-US" sz="2400" b="1" dirty="0"/>
              <a:t>Simplifies Program Structure</a:t>
            </a:r>
            <a:r>
              <a:rPr lang="en-US" sz="2400" dirty="0"/>
              <a:t>: Certain tasks (like handling multiple clients in a server) are easier with threads.</a:t>
            </a:r>
          </a:p>
          <a:p>
            <a:pPr marL="0" indent="0">
              <a:buNone/>
            </a:pPr>
            <a:endParaRPr lang="en-IN" dirty="0"/>
          </a:p>
        </p:txBody>
      </p:sp>
    </p:spTree>
    <p:extLst>
      <p:ext uri="{BB962C8B-B14F-4D97-AF65-F5344CB8AC3E}">
        <p14:creationId xmlns:p14="http://schemas.microsoft.com/office/powerpoint/2010/main" val="285683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43E3-FAE2-8872-2739-31EDB3C9184B}"/>
              </a:ext>
            </a:extLst>
          </p:cNvPr>
          <p:cNvSpPr>
            <a:spLocks noGrp="1"/>
          </p:cNvSpPr>
          <p:nvPr>
            <p:ph type="title"/>
          </p:nvPr>
        </p:nvSpPr>
        <p:spPr/>
        <p:txBody>
          <a:bodyPr/>
          <a:lstStyle/>
          <a:p>
            <a:r>
              <a:rPr lang="en-US" b="1" dirty="0"/>
              <a:t>Types of Threads</a:t>
            </a:r>
            <a:br>
              <a:rPr lang="en-US" b="1" dirty="0"/>
            </a:br>
            <a:endParaRPr lang="en-IN" dirty="0"/>
          </a:p>
        </p:txBody>
      </p:sp>
      <p:sp>
        <p:nvSpPr>
          <p:cNvPr id="3" name="Content Placeholder 2">
            <a:extLst>
              <a:ext uri="{FF2B5EF4-FFF2-40B4-BE49-F238E27FC236}">
                <a16:creationId xmlns:a16="http://schemas.microsoft.com/office/drawing/2014/main" id="{ADF11B65-6CE2-09A7-1750-F16A74E9B2E1}"/>
              </a:ext>
            </a:extLst>
          </p:cNvPr>
          <p:cNvSpPr>
            <a:spLocks noGrp="1"/>
          </p:cNvSpPr>
          <p:nvPr>
            <p:ph idx="1"/>
          </p:nvPr>
        </p:nvSpPr>
        <p:spPr>
          <a:xfrm>
            <a:off x="609600" y="1143000"/>
            <a:ext cx="10744200" cy="5033963"/>
          </a:xfrm>
        </p:spPr>
        <p:txBody>
          <a:bodyPr>
            <a:normAutofit fontScale="92500" lnSpcReduction="20000"/>
          </a:bodyPr>
          <a:lstStyle/>
          <a:p>
            <a:pPr marL="0" indent="0">
              <a:buNone/>
            </a:pPr>
            <a:r>
              <a:rPr lang="en-US" dirty="0"/>
              <a:t>Threads can be classified in various ways:</a:t>
            </a:r>
          </a:p>
          <a:p>
            <a:pPr marL="0" indent="0">
              <a:buNone/>
            </a:pPr>
            <a:r>
              <a:rPr lang="en-US" b="1" dirty="0"/>
              <a:t>A. Based on Execution</a:t>
            </a:r>
          </a:p>
          <a:p>
            <a:pPr marL="0" indent="0">
              <a:buNone/>
            </a:pPr>
            <a:r>
              <a:rPr lang="en-US" b="1" dirty="0"/>
              <a:t>User Threads</a:t>
            </a:r>
            <a:r>
              <a:rPr lang="en-US" dirty="0"/>
              <a:t>:</a:t>
            </a:r>
          </a:p>
          <a:p>
            <a:pPr lvl="1"/>
            <a:r>
              <a:rPr lang="en-US" dirty="0"/>
              <a:t>Managed by the </a:t>
            </a:r>
            <a:r>
              <a:rPr lang="en-US" b="1" dirty="0"/>
              <a:t>user-level library</a:t>
            </a:r>
            <a:r>
              <a:rPr lang="en-US" dirty="0"/>
              <a:t>.</a:t>
            </a:r>
          </a:p>
          <a:p>
            <a:pPr lvl="1"/>
            <a:r>
              <a:rPr lang="en-US" dirty="0"/>
              <a:t>The OS doesn’t directly control them.</a:t>
            </a:r>
          </a:p>
          <a:p>
            <a:pPr marL="0" indent="0">
              <a:buNone/>
            </a:pPr>
            <a:r>
              <a:rPr lang="en-US" b="1" dirty="0"/>
              <a:t>Kernel Threads</a:t>
            </a:r>
            <a:r>
              <a:rPr lang="en-US" dirty="0"/>
              <a:t>:</a:t>
            </a:r>
          </a:p>
          <a:p>
            <a:pPr lvl="1"/>
            <a:r>
              <a:rPr lang="en-US" dirty="0"/>
              <a:t>Managed by the </a:t>
            </a:r>
            <a:r>
              <a:rPr lang="en-US" b="1" dirty="0"/>
              <a:t>operating system kernel</a:t>
            </a:r>
            <a:r>
              <a:rPr lang="en-US" dirty="0"/>
              <a:t>.</a:t>
            </a:r>
          </a:p>
          <a:p>
            <a:pPr lvl="1"/>
            <a:r>
              <a:rPr lang="en-US" dirty="0"/>
              <a:t>Slower to create than user threads but more powerful.</a:t>
            </a:r>
          </a:p>
          <a:p>
            <a:pPr marL="0" indent="0">
              <a:buNone/>
            </a:pPr>
            <a:r>
              <a:rPr lang="en-US" b="1" dirty="0"/>
              <a:t>B. Based on Purpose</a:t>
            </a:r>
          </a:p>
          <a:p>
            <a:pPr marL="0" indent="0">
              <a:buNone/>
            </a:pPr>
            <a:r>
              <a:rPr lang="en-US" b="1" dirty="0"/>
              <a:t>Single-threaded Process</a:t>
            </a:r>
            <a:r>
              <a:rPr lang="en-US" dirty="0"/>
              <a:t>:</a:t>
            </a:r>
          </a:p>
          <a:p>
            <a:pPr lvl="1"/>
            <a:r>
              <a:rPr lang="en-US" dirty="0"/>
              <a:t>Only one thread runs in a process.</a:t>
            </a:r>
          </a:p>
          <a:p>
            <a:pPr marL="0" indent="0">
              <a:buNone/>
            </a:pPr>
            <a:r>
              <a:rPr lang="en-US" b="1" dirty="0"/>
              <a:t>Multithreaded Process</a:t>
            </a:r>
            <a:r>
              <a:rPr lang="en-US" dirty="0"/>
              <a:t>:</a:t>
            </a:r>
          </a:p>
          <a:p>
            <a:pPr lvl="1"/>
            <a:r>
              <a:rPr lang="en-US" dirty="0"/>
              <a:t>Multiple threads run concurrently in a single process.</a:t>
            </a:r>
          </a:p>
          <a:p>
            <a:endParaRPr lang="en-IN" dirty="0"/>
          </a:p>
        </p:txBody>
      </p:sp>
    </p:spTree>
    <p:extLst>
      <p:ext uri="{BB962C8B-B14F-4D97-AF65-F5344CB8AC3E}">
        <p14:creationId xmlns:p14="http://schemas.microsoft.com/office/powerpoint/2010/main" val="3088558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99DC-D63D-B7B0-9188-09777AA8B1A8}"/>
              </a:ext>
            </a:extLst>
          </p:cNvPr>
          <p:cNvSpPr>
            <a:spLocks noGrp="1"/>
          </p:cNvSpPr>
          <p:nvPr>
            <p:ph type="title"/>
          </p:nvPr>
        </p:nvSpPr>
        <p:spPr>
          <a:xfrm>
            <a:off x="308473" y="681036"/>
            <a:ext cx="11045328" cy="90146"/>
          </a:xfrm>
        </p:spPr>
        <p:txBody>
          <a:bodyPr>
            <a:normAutofit fontScale="90000"/>
          </a:bodyPr>
          <a:lstStyle/>
          <a:p>
            <a:r>
              <a:rPr lang="en-US" b="1" dirty="0"/>
              <a:t>User-Level Threads (ULT)</a:t>
            </a:r>
            <a:br>
              <a:rPr lang="en-US" b="1" dirty="0"/>
            </a:br>
            <a:endParaRPr lang="en-IN" dirty="0"/>
          </a:p>
        </p:txBody>
      </p:sp>
      <p:sp>
        <p:nvSpPr>
          <p:cNvPr id="3" name="Content Placeholder 2">
            <a:extLst>
              <a:ext uri="{FF2B5EF4-FFF2-40B4-BE49-F238E27FC236}">
                <a16:creationId xmlns:a16="http://schemas.microsoft.com/office/drawing/2014/main" id="{F2E15E3D-5B3E-24E7-4BFF-669E146614F3}"/>
              </a:ext>
            </a:extLst>
          </p:cNvPr>
          <p:cNvSpPr>
            <a:spLocks noGrp="1"/>
          </p:cNvSpPr>
          <p:nvPr>
            <p:ph idx="1"/>
          </p:nvPr>
        </p:nvSpPr>
        <p:spPr>
          <a:xfrm>
            <a:off x="231354" y="936434"/>
            <a:ext cx="11122447" cy="5240530"/>
          </a:xfrm>
        </p:spPr>
        <p:txBody>
          <a:bodyPr>
            <a:normAutofit/>
          </a:bodyPr>
          <a:lstStyle/>
          <a:p>
            <a:pPr marL="0" indent="0">
              <a:buNone/>
            </a:pPr>
            <a:r>
              <a:rPr lang="en-US" sz="1900" dirty="0"/>
              <a:t>User-level threads are </a:t>
            </a:r>
            <a:r>
              <a:rPr lang="en-US" sz="1900" b="1" dirty="0"/>
              <a:t>managed entirely in user space</a:t>
            </a:r>
            <a:r>
              <a:rPr lang="en-US" sz="1900" dirty="0"/>
              <a:t> using a </a:t>
            </a:r>
            <a:r>
              <a:rPr lang="en-US" sz="1900" b="1" dirty="0"/>
              <a:t>thread library</a:t>
            </a:r>
            <a:r>
              <a:rPr lang="en-US" sz="1900" dirty="0"/>
              <a:t>, without kernel involvement.</a:t>
            </a:r>
          </a:p>
          <a:p>
            <a:pPr marL="0" indent="0">
              <a:buNone/>
            </a:pPr>
            <a:endParaRPr lang="en-US" sz="1900" dirty="0"/>
          </a:p>
          <a:p>
            <a:pPr marL="0" indent="0">
              <a:buNone/>
            </a:pPr>
            <a:r>
              <a:rPr lang="en-US" sz="1900" b="1" dirty="0"/>
              <a:t>Who Manages Them: Thread library</a:t>
            </a:r>
            <a:r>
              <a:rPr lang="en-US" sz="1900" dirty="0"/>
              <a:t> (not the OS kernel)</a:t>
            </a:r>
          </a:p>
          <a:p>
            <a:pPr marL="0" indent="0">
              <a:buNone/>
            </a:pPr>
            <a:r>
              <a:rPr lang="en-US" sz="1900" b="1" dirty="0"/>
              <a:t>Working</a:t>
            </a:r>
          </a:p>
          <a:p>
            <a:r>
              <a:rPr lang="en-US" sz="1900" dirty="0"/>
              <a:t>The application creates threads using a </a:t>
            </a:r>
            <a:r>
              <a:rPr lang="en-US" sz="1900" b="1" dirty="0"/>
              <a:t>user-level library</a:t>
            </a:r>
            <a:endParaRPr lang="en-US" sz="1900" dirty="0"/>
          </a:p>
          <a:p>
            <a:r>
              <a:rPr lang="en-US" sz="1900" dirty="0"/>
              <a:t>Kernel sees </a:t>
            </a:r>
            <a:r>
              <a:rPr lang="en-US" sz="1900" b="1" dirty="0"/>
              <a:t>only one process</a:t>
            </a:r>
            <a:endParaRPr lang="en-US" sz="1900" dirty="0"/>
          </a:p>
          <a:p>
            <a:r>
              <a:rPr lang="en-US" sz="1900" dirty="0"/>
              <a:t>Thread scheduling is done </a:t>
            </a:r>
            <a:r>
              <a:rPr lang="en-US" sz="1900" b="1" dirty="0"/>
              <a:t>by the library</a:t>
            </a:r>
            <a:endParaRPr lang="en-US" sz="1900" dirty="0"/>
          </a:p>
          <a:p>
            <a:pPr marL="0" indent="0">
              <a:buNone/>
            </a:pPr>
            <a:r>
              <a:rPr lang="en-US" sz="1900" b="1" dirty="0"/>
              <a:t>Characteristics</a:t>
            </a:r>
          </a:p>
          <a:p>
            <a:r>
              <a:rPr lang="en-US" sz="1900" dirty="0"/>
              <a:t>Kernel is </a:t>
            </a:r>
            <a:r>
              <a:rPr lang="en-US" sz="1900" b="1" dirty="0"/>
              <a:t>not aware</a:t>
            </a:r>
            <a:r>
              <a:rPr lang="en-US" sz="1900" dirty="0"/>
              <a:t> of these threads</a:t>
            </a:r>
          </a:p>
          <a:p>
            <a:r>
              <a:rPr lang="en-US" sz="1900" dirty="0"/>
              <a:t>Context switching is </a:t>
            </a:r>
            <a:r>
              <a:rPr lang="en-US" sz="1900" b="1" dirty="0"/>
              <a:t>very fast</a:t>
            </a:r>
            <a:endParaRPr lang="en-US" sz="1900" dirty="0"/>
          </a:p>
          <a:p>
            <a:r>
              <a:rPr lang="en-US" sz="1900" dirty="0"/>
              <a:t>Blocking system call blocks </a:t>
            </a:r>
            <a:r>
              <a:rPr lang="en-US" sz="1900" b="1" dirty="0"/>
              <a:t>entire process</a:t>
            </a:r>
            <a:endParaRPr lang="en-US" sz="1900" dirty="0"/>
          </a:p>
          <a:p>
            <a:endParaRPr lang="en-IN" dirty="0"/>
          </a:p>
        </p:txBody>
      </p:sp>
      <p:sp>
        <p:nvSpPr>
          <p:cNvPr id="5" name="TextBox 4">
            <a:extLst>
              <a:ext uri="{FF2B5EF4-FFF2-40B4-BE49-F238E27FC236}">
                <a16:creationId xmlns:a16="http://schemas.microsoft.com/office/drawing/2014/main" id="{23057C96-6C60-5BD9-3059-32F7BE3F8939}"/>
              </a:ext>
            </a:extLst>
          </p:cNvPr>
          <p:cNvSpPr txBox="1"/>
          <p:nvPr/>
        </p:nvSpPr>
        <p:spPr>
          <a:xfrm>
            <a:off x="7396223" y="1736203"/>
            <a:ext cx="4564423" cy="3416320"/>
          </a:xfrm>
          <a:prstGeom prst="rect">
            <a:avLst/>
          </a:prstGeom>
          <a:noFill/>
        </p:spPr>
        <p:txBody>
          <a:bodyPr wrap="square">
            <a:spAutoFit/>
          </a:bodyPr>
          <a:lstStyle/>
          <a:p>
            <a:pPr marL="0" indent="0">
              <a:buNone/>
            </a:pPr>
            <a:r>
              <a:rPr lang="en-US" sz="1800" b="1" dirty="0"/>
              <a:t>Advantages</a:t>
            </a:r>
          </a:p>
          <a:p>
            <a:pPr marL="0" indent="0">
              <a:buNone/>
            </a:pPr>
            <a:r>
              <a:rPr lang="en-US" sz="1800" dirty="0"/>
              <a:t> Very fast thread creation</a:t>
            </a:r>
            <a:br>
              <a:rPr lang="en-US" sz="1800" dirty="0"/>
            </a:br>
            <a:r>
              <a:rPr lang="en-US" sz="1800" dirty="0"/>
              <a:t> No kernel overhead</a:t>
            </a:r>
            <a:br>
              <a:rPr lang="en-US" sz="1800" dirty="0"/>
            </a:br>
            <a:r>
              <a:rPr lang="en-US" sz="1800" dirty="0"/>
              <a:t> Portable across OS</a:t>
            </a:r>
          </a:p>
          <a:p>
            <a:pPr marL="0" indent="0">
              <a:buNone/>
            </a:pPr>
            <a:r>
              <a:rPr lang="en-US" sz="1800" b="1" dirty="0"/>
              <a:t>Disadvantages</a:t>
            </a:r>
          </a:p>
          <a:p>
            <a:pPr marL="0" indent="0">
              <a:buNone/>
            </a:pPr>
            <a:r>
              <a:rPr lang="en-US" sz="1800" dirty="0"/>
              <a:t> One thread blocking → all threads blocked</a:t>
            </a:r>
            <a:br>
              <a:rPr lang="en-US" sz="1800" dirty="0"/>
            </a:br>
            <a:r>
              <a:rPr lang="en-US" sz="1800" dirty="0"/>
              <a:t> Cannot use multi-core CPUs fully</a:t>
            </a:r>
            <a:br>
              <a:rPr lang="en-US" sz="1800" dirty="0"/>
            </a:br>
            <a:r>
              <a:rPr lang="en-US" sz="1800" dirty="0"/>
              <a:t> No true parallelism</a:t>
            </a:r>
          </a:p>
          <a:p>
            <a:pPr marL="0" indent="0">
              <a:buNone/>
            </a:pPr>
            <a:r>
              <a:rPr lang="en-US" sz="1800" b="1" dirty="0"/>
              <a:t>Examples</a:t>
            </a:r>
          </a:p>
          <a:p>
            <a:r>
              <a:rPr lang="en-US" sz="1800" dirty="0"/>
              <a:t>Green Threads</a:t>
            </a:r>
          </a:p>
          <a:p>
            <a:r>
              <a:rPr lang="en-US" sz="1800" dirty="0"/>
              <a:t>GNU Portable Threads</a:t>
            </a:r>
          </a:p>
          <a:p>
            <a:r>
              <a:rPr lang="en-US" sz="1800" dirty="0"/>
              <a:t>Old Java thread model</a:t>
            </a:r>
          </a:p>
        </p:txBody>
      </p:sp>
    </p:spTree>
    <p:extLst>
      <p:ext uri="{BB962C8B-B14F-4D97-AF65-F5344CB8AC3E}">
        <p14:creationId xmlns:p14="http://schemas.microsoft.com/office/powerpoint/2010/main" val="1290138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39F96-FADD-B8C7-52AD-D415C99484F8}"/>
              </a:ext>
            </a:extLst>
          </p:cNvPr>
          <p:cNvSpPr>
            <a:spLocks noGrp="1"/>
          </p:cNvSpPr>
          <p:nvPr>
            <p:ph type="title"/>
          </p:nvPr>
        </p:nvSpPr>
        <p:spPr>
          <a:xfrm>
            <a:off x="264405" y="365125"/>
            <a:ext cx="11089395" cy="472157"/>
          </a:xfrm>
        </p:spPr>
        <p:txBody>
          <a:bodyPr>
            <a:normAutofit fontScale="90000"/>
          </a:bodyPr>
          <a:lstStyle/>
          <a:p>
            <a:r>
              <a:rPr lang="en-US" sz="2800" b="1" dirty="0"/>
              <a:t>Kernel-Level Threads (KLT) </a:t>
            </a:r>
            <a:br>
              <a:rPr lang="en-US" b="1" dirty="0"/>
            </a:br>
            <a:endParaRPr lang="en-IN" dirty="0"/>
          </a:p>
        </p:txBody>
      </p:sp>
      <p:sp>
        <p:nvSpPr>
          <p:cNvPr id="3" name="Content Placeholder 2">
            <a:extLst>
              <a:ext uri="{FF2B5EF4-FFF2-40B4-BE49-F238E27FC236}">
                <a16:creationId xmlns:a16="http://schemas.microsoft.com/office/drawing/2014/main" id="{21FEA12C-3DAE-84E3-DA63-355D8E257C5F}"/>
              </a:ext>
            </a:extLst>
          </p:cNvPr>
          <p:cNvSpPr>
            <a:spLocks noGrp="1"/>
          </p:cNvSpPr>
          <p:nvPr>
            <p:ph idx="1"/>
          </p:nvPr>
        </p:nvSpPr>
        <p:spPr>
          <a:xfrm>
            <a:off x="352541" y="705080"/>
            <a:ext cx="11001260" cy="5471883"/>
          </a:xfrm>
        </p:spPr>
        <p:txBody>
          <a:bodyPr>
            <a:normAutofit/>
          </a:bodyPr>
          <a:lstStyle/>
          <a:p>
            <a:pPr marL="0" indent="0">
              <a:buNone/>
            </a:pPr>
            <a:r>
              <a:rPr lang="en-US" sz="1800" dirty="0"/>
              <a:t>Kernel-level threads are </a:t>
            </a:r>
            <a:r>
              <a:rPr lang="en-US" sz="1800" b="1" dirty="0"/>
              <a:t>managed directly by the OS kernel</a:t>
            </a:r>
          </a:p>
          <a:p>
            <a:pPr marL="0" indent="0">
              <a:buNone/>
            </a:pPr>
            <a:r>
              <a:rPr lang="en-US" sz="1800" dirty="0"/>
              <a:t>.</a:t>
            </a:r>
          </a:p>
          <a:p>
            <a:pPr marL="0" indent="0">
              <a:buNone/>
            </a:pPr>
            <a:r>
              <a:rPr lang="en-US" sz="1800" b="1" dirty="0"/>
              <a:t>Who Manages Them? Operating System</a:t>
            </a:r>
            <a:endParaRPr lang="en-US" sz="1800" dirty="0"/>
          </a:p>
          <a:p>
            <a:pPr marL="0" indent="0">
              <a:buNone/>
            </a:pPr>
            <a:r>
              <a:rPr lang="en-US" sz="1800" b="1" dirty="0"/>
              <a:t>Working</a:t>
            </a:r>
          </a:p>
          <a:p>
            <a:r>
              <a:rPr lang="en-US" sz="1800" dirty="0"/>
              <a:t>Each thread is known to the kernel</a:t>
            </a:r>
          </a:p>
          <a:p>
            <a:r>
              <a:rPr lang="en-US" sz="1800" dirty="0"/>
              <a:t>Kernel schedules threads independently</a:t>
            </a:r>
          </a:p>
          <a:p>
            <a:r>
              <a:rPr lang="en-US" sz="1800" dirty="0"/>
              <a:t>Threads can run on </a:t>
            </a:r>
            <a:r>
              <a:rPr lang="en-US" sz="1800" b="1" dirty="0"/>
              <a:t>multiple CPUs</a:t>
            </a:r>
          </a:p>
          <a:p>
            <a:pPr marL="0" indent="0">
              <a:buNone/>
            </a:pPr>
            <a:endParaRPr lang="en-US" sz="1800" dirty="0"/>
          </a:p>
          <a:p>
            <a:pPr marL="0" indent="0">
              <a:buNone/>
            </a:pPr>
            <a:r>
              <a:rPr lang="en-US" sz="1800" b="1" dirty="0"/>
              <a:t>Characteristics</a:t>
            </a:r>
          </a:p>
          <a:p>
            <a:r>
              <a:rPr lang="en-US" sz="1800" dirty="0"/>
              <a:t>Kernel handles scheduling</a:t>
            </a:r>
          </a:p>
          <a:p>
            <a:r>
              <a:rPr lang="en-US" sz="1800" dirty="0"/>
              <a:t>Blocking of one thread does </a:t>
            </a:r>
            <a:r>
              <a:rPr lang="en-US" sz="1800" b="1" dirty="0"/>
              <a:t>not</a:t>
            </a:r>
            <a:r>
              <a:rPr lang="en-US" sz="1800" dirty="0"/>
              <a:t> block others</a:t>
            </a:r>
          </a:p>
          <a:p>
            <a:r>
              <a:rPr lang="en-US" sz="1800" dirty="0"/>
              <a:t>Slower than ULT due to kernel involvement</a:t>
            </a:r>
          </a:p>
          <a:p>
            <a:endParaRPr lang="en-IN" dirty="0"/>
          </a:p>
        </p:txBody>
      </p:sp>
      <p:sp>
        <p:nvSpPr>
          <p:cNvPr id="5" name="TextBox 4">
            <a:extLst>
              <a:ext uri="{FF2B5EF4-FFF2-40B4-BE49-F238E27FC236}">
                <a16:creationId xmlns:a16="http://schemas.microsoft.com/office/drawing/2014/main" id="{43F689EC-2917-586A-609C-2C1944270217}"/>
              </a:ext>
            </a:extLst>
          </p:cNvPr>
          <p:cNvSpPr txBox="1"/>
          <p:nvPr/>
        </p:nvSpPr>
        <p:spPr>
          <a:xfrm>
            <a:off x="7535119" y="1446836"/>
            <a:ext cx="4190035" cy="4247317"/>
          </a:xfrm>
          <a:prstGeom prst="rect">
            <a:avLst/>
          </a:prstGeom>
          <a:noFill/>
        </p:spPr>
        <p:txBody>
          <a:bodyPr wrap="square">
            <a:spAutoFit/>
          </a:bodyPr>
          <a:lstStyle/>
          <a:p>
            <a:pPr marL="0" indent="0">
              <a:buNone/>
            </a:pPr>
            <a:r>
              <a:rPr lang="en-US" b="1" dirty="0"/>
              <a:t>Advantages</a:t>
            </a:r>
          </a:p>
          <a:p>
            <a:pPr marL="0" indent="0">
              <a:buNone/>
            </a:pPr>
            <a:r>
              <a:rPr lang="en-US" dirty="0"/>
              <a:t> True parallelism</a:t>
            </a:r>
            <a:br>
              <a:rPr lang="en-US" dirty="0"/>
            </a:br>
            <a:r>
              <a:rPr lang="en-US" dirty="0"/>
              <a:t> Better responsiveness</a:t>
            </a:r>
            <a:br>
              <a:rPr lang="en-US" dirty="0"/>
            </a:br>
            <a:r>
              <a:rPr lang="en-US" dirty="0"/>
              <a:t> Suitable for multi-core systems</a:t>
            </a:r>
          </a:p>
          <a:p>
            <a:pPr marL="0" indent="0">
              <a:buNone/>
            </a:pPr>
            <a:endParaRPr lang="en-US" dirty="0"/>
          </a:p>
          <a:p>
            <a:pPr marL="0" indent="0">
              <a:buNone/>
            </a:pPr>
            <a:r>
              <a:rPr lang="en-US" b="1" dirty="0"/>
              <a:t>Disadvantages</a:t>
            </a:r>
          </a:p>
          <a:p>
            <a:pPr marL="0" indent="0">
              <a:buNone/>
            </a:pPr>
            <a:r>
              <a:rPr lang="en-US" dirty="0"/>
              <a:t>Higher overhead</a:t>
            </a:r>
            <a:br>
              <a:rPr lang="en-US" dirty="0"/>
            </a:br>
            <a:r>
              <a:rPr lang="en-US" dirty="0"/>
              <a:t>Slower context switching</a:t>
            </a:r>
          </a:p>
          <a:p>
            <a:pPr marL="0" indent="0">
              <a:buNone/>
            </a:pPr>
            <a:r>
              <a:rPr lang="en-US" dirty="0"/>
              <a:t>OS dependent</a:t>
            </a:r>
          </a:p>
          <a:p>
            <a:pPr marL="0" indent="0">
              <a:buNone/>
            </a:pPr>
            <a:endParaRPr lang="en-US" dirty="0"/>
          </a:p>
          <a:p>
            <a:pPr marL="0" indent="0">
              <a:buNone/>
            </a:pPr>
            <a:r>
              <a:rPr lang="en-US" b="1" dirty="0"/>
              <a:t>Examples</a:t>
            </a:r>
          </a:p>
          <a:p>
            <a:pPr marL="0" indent="0">
              <a:buNone/>
            </a:pPr>
            <a:r>
              <a:rPr lang="en-US" dirty="0"/>
              <a:t>POSIX Threads (</a:t>
            </a:r>
            <a:r>
              <a:rPr lang="en-US" dirty="0" err="1"/>
              <a:t>pthreads</a:t>
            </a:r>
            <a:r>
              <a:rPr lang="en-US" dirty="0"/>
              <a:t>)</a:t>
            </a:r>
          </a:p>
          <a:p>
            <a:pPr marL="0" indent="0">
              <a:buNone/>
            </a:pPr>
            <a:r>
              <a:rPr lang="en-US" dirty="0"/>
              <a:t>Windows threads</a:t>
            </a:r>
          </a:p>
          <a:p>
            <a:pPr marL="0" indent="0">
              <a:buNone/>
            </a:pPr>
            <a:r>
              <a:rPr lang="en-US" dirty="0"/>
              <a:t>Linux threads</a:t>
            </a:r>
          </a:p>
          <a:p>
            <a:endParaRPr lang="en-US" b="1" dirty="0"/>
          </a:p>
        </p:txBody>
      </p:sp>
    </p:spTree>
    <p:extLst>
      <p:ext uri="{BB962C8B-B14F-4D97-AF65-F5344CB8AC3E}">
        <p14:creationId xmlns:p14="http://schemas.microsoft.com/office/powerpoint/2010/main" val="1917714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7DA4-5BB9-FCF8-9A6A-C637AB52F429}"/>
              </a:ext>
            </a:extLst>
          </p:cNvPr>
          <p:cNvSpPr>
            <a:spLocks noGrp="1"/>
          </p:cNvSpPr>
          <p:nvPr>
            <p:ph type="title"/>
          </p:nvPr>
        </p:nvSpPr>
        <p:spPr>
          <a:xfrm>
            <a:off x="154237" y="365125"/>
            <a:ext cx="8835528" cy="1562828"/>
          </a:xfrm>
        </p:spPr>
        <p:txBody>
          <a:bodyPr>
            <a:normAutofit fontScale="90000"/>
          </a:bodyPr>
          <a:lstStyle/>
          <a:p>
            <a:r>
              <a:rPr lang="en-US" sz="3100" b="1" dirty="0"/>
              <a:t>Hybrid Threads (User + Kernel Threads)</a:t>
            </a:r>
            <a:br>
              <a:rPr lang="en-US" sz="3100" b="1" dirty="0"/>
            </a:br>
            <a:br>
              <a:rPr lang="en-US" b="1" dirty="0"/>
            </a:br>
            <a:endParaRPr lang="en-IN" dirty="0"/>
          </a:p>
        </p:txBody>
      </p:sp>
      <p:sp>
        <p:nvSpPr>
          <p:cNvPr id="3" name="Content Placeholder 2">
            <a:extLst>
              <a:ext uri="{FF2B5EF4-FFF2-40B4-BE49-F238E27FC236}">
                <a16:creationId xmlns:a16="http://schemas.microsoft.com/office/drawing/2014/main" id="{5A8B1A12-3ED1-C8D5-2209-9A0829378478}"/>
              </a:ext>
            </a:extLst>
          </p:cNvPr>
          <p:cNvSpPr>
            <a:spLocks noGrp="1"/>
          </p:cNvSpPr>
          <p:nvPr>
            <p:ph idx="1"/>
          </p:nvPr>
        </p:nvSpPr>
        <p:spPr>
          <a:xfrm>
            <a:off x="319489" y="870333"/>
            <a:ext cx="11034311" cy="5306630"/>
          </a:xfrm>
        </p:spPr>
        <p:txBody>
          <a:bodyPr>
            <a:normAutofit/>
          </a:bodyPr>
          <a:lstStyle/>
          <a:p>
            <a:pPr marL="0" indent="0">
              <a:buNone/>
            </a:pPr>
            <a:r>
              <a:rPr lang="en-US" sz="2000" dirty="0"/>
              <a:t>Hybrid threading combines </a:t>
            </a:r>
            <a:r>
              <a:rPr lang="en-US" sz="2000" b="1" dirty="0"/>
              <a:t>user-level and kernel-level threads</a:t>
            </a:r>
            <a:r>
              <a:rPr lang="en-US" sz="2000" dirty="0"/>
              <a:t> to get benefits of both.</a:t>
            </a:r>
          </a:p>
          <a:p>
            <a:pPr marL="0" indent="0">
              <a:buNone/>
            </a:pPr>
            <a:r>
              <a:rPr lang="en-US" sz="2000" b="1" dirty="0"/>
              <a:t>Thread Mapping</a:t>
            </a:r>
          </a:p>
          <a:p>
            <a:pPr marL="0" indent="0">
              <a:buNone/>
            </a:pPr>
            <a:r>
              <a:rPr lang="en-US" sz="2000" b="1" dirty="0"/>
              <a:t>Working</a:t>
            </a:r>
          </a:p>
          <a:p>
            <a:r>
              <a:rPr lang="en-US" sz="2000" dirty="0"/>
              <a:t>Application creates </a:t>
            </a:r>
            <a:r>
              <a:rPr lang="en-US" sz="2000" b="1" dirty="0"/>
              <a:t>user threads</a:t>
            </a:r>
            <a:endParaRPr lang="en-US" sz="2000" dirty="0"/>
          </a:p>
          <a:p>
            <a:r>
              <a:rPr lang="en-US" sz="2000" dirty="0"/>
              <a:t>Thread library maps them to </a:t>
            </a:r>
            <a:r>
              <a:rPr lang="en-US" sz="2000" b="1" dirty="0"/>
              <a:t>fewer kernel threads</a:t>
            </a:r>
            <a:endParaRPr lang="en-US" sz="2000" dirty="0"/>
          </a:p>
          <a:p>
            <a:r>
              <a:rPr lang="en-US" sz="2000" dirty="0"/>
              <a:t>Kernel schedules kernel threads on CPU</a:t>
            </a:r>
          </a:p>
          <a:p>
            <a:pPr marL="0" indent="0">
              <a:buNone/>
            </a:pPr>
            <a:r>
              <a:rPr lang="en-US" sz="2000" b="1" dirty="0"/>
              <a:t>Characteristics</a:t>
            </a:r>
          </a:p>
          <a:p>
            <a:r>
              <a:rPr lang="en-US" sz="2000" dirty="0"/>
              <a:t>Supports parallelism</a:t>
            </a:r>
          </a:p>
          <a:p>
            <a:r>
              <a:rPr lang="en-US" sz="2000" dirty="0"/>
              <a:t>Reduces kernel overhead</a:t>
            </a:r>
          </a:p>
          <a:p>
            <a:r>
              <a:rPr lang="en-US" sz="2000" dirty="0"/>
              <a:t>Efficient and flexible</a:t>
            </a:r>
          </a:p>
          <a:p>
            <a:endParaRPr lang="en-IN" dirty="0"/>
          </a:p>
        </p:txBody>
      </p:sp>
      <p:sp>
        <p:nvSpPr>
          <p:cNvPr id="5" name="TextBox 4">
            <a:extLst>
              <a:ext uri="{FF2B5EF4-FFF2-40B4-BE49-F238E27FC236}">
                <a16:creationId xmlns:a16="http://schemas.microsoft.com/office/drawing/2014/main" id="{DB0BC2C3-5ED8-3B70-6CF9-FAFC73EEF395}"/>
              </a:ext>
            </a:extLst>
          </p:cNvPr>
          <p:cNvSpPr txBox="1"/>
          <p:nvPr/>
        </p:nvSpPr>
        <p:spPr>
          <a:xfrm>
            <a:off x="7407798" y="1342663"/>
            <a:ext cx="4224760" cy="3693319"/>
          </a:xfrm>
          <a:prstGeom prst="rect">
            <a:avLst/>
          </a:prstGeom>
          <a:noFill/>
        </p:spPr>
        <p:txBody>
          <a:bodyPr wrap="square">
            <a:spAutoFit/>
          </a:bodyPr>
          <a:lstStyle/>
          <a:p>
            <a:pPr marL="0" indent="0">
              <a:buNone/>
            </a:pPr>
            <a:r>
              <a:rPr lang="en-US" b="1" dirty="0"/>
              <a:t>Advantages</a:t>
            </a:r>
          </a:p>
          <a:p>
            <a:pPr marL="0" indent="0">
              <a:buNone/>
            </a:pPr>
            <a:r>
              <a:rPr lang="en-US" dirty="0"/>
              <a:t> Fast thread management</a:t>
            </a:r>
            <a:br>
              <a:rPr lang="en-US" dirty="0"/>
            </a:br>
            <a:r>
              <a:rPr lang="en-US" dirty="0"/>
              <a:t>True parallelism</a:t>
            </a:r>
            <a:br>
              <a:rPr lang="en-US" dirty="0"/>
            </a:br>
            <a:r>
              <a:rPr lang="en-US" dirty="0"/>
              <a:t>Blocking affects only one kernel thread</a:t>
            </a:r>
          </a:p>
          <a:p>
            <a:pPr marL="0" indent="0">
              <a:buNone/>
            </a:pPr>
            <a:endParaRPr lang="en-US" dirty="0"/>
          </a:p>
          <a:p>
            <a:pPr marL="0" indent="0">
              <a:buNone/>
            </a:pPr>
            <a:r>
              <a:rPr lang="en-US" b="1" dirty="0"/>
              <a:t>Disadvantages</a:t>
            </a:r>
          </a:p>
          <a:p>
            <a:pPr marL="0" indent="0">
              <a:buNone/>
            </a:pPr>
            <a:r>
              <a:rPr lang="en-US" dirty="0"/>
              <a:t>Complex implementation</a:t>
            </a:r>
            <a:br>
              <a:rPr lang="en-US" dirty="0"/>
            </a:br>
            <a:r>
              <a:rPr lang="en-US" dirty="0"/>
              <a:t> Difficult to design and debug</a:t>
            </a:r>
          </a:p>
          <a:p>
            <a:pPr marL="0" indent="0">
              <a:buNone/>
            </a:pPr>
            <a:endParaRPr lang="en-US" dirty="0"/>
          </a:p>
          <a:p>
            <a:pPr marL="0" indent="0">
              <a:buNone/>
            </a:pPr>
            <a:r>
              <a:rPr lang="en-US" b="1" dirty="0"/>
              <a:t>Examples</a:t>
            </a:r>
          </a:p>
          <a:p>
            <a:r>
              <a:rPr lang="en-US" dirty="0"/>
              <a:t>Solaris threads</a:t>
            </a:r>
          </a:p>
          <a:p>
            <a:r>
              <a:rPr lang="en-US" dirty="0"/>
              <a:t>Modern JVM (conceptual hybrid)</a:t>
            </a:r>
          </a:p>
          <a:p>
            <a:r>
              <a:rPr lang="en-US" dirty="0"/>
              <a:t>Some high-performance servers</a:t>
            </a:r>
          </a:p>
        </p:txBody>
      </p:sp>
    </p:spTree>
    <p:extLst>
      <p:ext uri="{BB962C8B-B14F-4D97-AF65-F5344CB8AC3E}">
        <p14:creationId xmlns:p14="http://schemas.microsoft.com/office/powerpoint/2010/main" val="414019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AFE2B-B67E-0E29-BFB7-2E45E4D31F7E}"/>
              </a:ext>
            </a:extLst>
          </p:cNvPr>
          <p:cNvSpPr>
            <a:spLocks noGrp="1"/>
          </p:cNvSpPr>
          <p:nvPr>
            <p:ph type="title"/>
          </p:nvPr>
        </p:nvSpPr>
        <p:spPr/>
        <p:txBody>
          <a:bodyPr/>
          <a:lstStyle/>
          <a:p>
            <a:r>
              <a:rPr lang="en-US" b="1" dirty="0"/>
              <a:t>Concept of Multithreading</a:t>
            </a:r>
            <a:br>
              <a:rPr lang="en-US" b="1" dirty="0"/>
            </a:br>
            <a:endParaRPr lang="en-IN" dirty="0"/>
          </a:p>
        </p:txBody>
      </p:sp>
      <p:sp>
        <p:nvSpPr>
          <p:cNvPr id="3" name="Content Placeholder 2">
            <a:extLst>
              <a:ext uri="{FF2B5EF4-FFF2-40B4-BE49-F238E27FC236}">
                <a16:creationId xmlns:a16="http://schemas.microsoft.com/office/drawing/2014/main" id="{23B165D9-FF51-B0C4-2A73-C3B02444A194}"/>
              </a:ext>
            </a:extLst>
          </p:cNvPr>
          <p:cNvSpPr>
            <a:spLocks noGrp="1"/>
          </p:cNvSpPr>
          <p:nvPr>
            <p:ph idx="1"/>
          </p:nvPr>
        </p:nvSpPr>
        <p:spPr>
          <a:xfrm>
            <a:off x="642257" y="1317172"/>
            <a:ext cx="10711543" cy="4859792"/>
          </a:xfrm>
        </p:spPr>
        <p:txBody>
          <a:bodyPr>
            <a:normAutofit/>
          </a:bodyPr>
          <a:lstStyle/>
          <a:p>
            <a:pPr marL="0" indent="0">
              <a:buNone/>
            </a:pPr>
            <a:r>
              <a:rPr lang="en-US" sz="2400" b="1" dirty="0"/>
              <a:t>Multithreading</a:t>
            </a:r>
            <a:r>
              <a:rPr lang="en-US" sz="2400" dirty="0"/>
              <a:t> is the ability of a CPU or a single program to manage its multiple threads simultaneously.</a:t>
            </a:r>
          </a:p>
          <a:p>
            <a:pPr marL="0" indent="0">
              <a:buNone/>
            </a:pPr>
            <a:r>
              <a:rPr lang="en-US" sz="2400" b="1" dirty="0"/>
              <a:t>Purpose:</a:t>
            </a:r>
            <a:r>
              <a:rPr lang="en-US" sz="2400" dirty="0"/>
              <a:t> To perform multiple tasks </a:t>
            </a:r>
            <a:r>
              <a:rPr lang="en-US" sz="2400" b="1" dirty="0"/>
              <a:t>concurrently</a:t>
            </a:r>
            <a:r>
              <a:rPr lang="en-US" sz="2400" dirty="0"/>
              <a:t> within a single process.</a:t>
            </a:r>
          </a:p>
          <a:p>
            <a:pPr marL="0" indent="0">
              <a:buNone/>
            </a:pPr>
            <a:r>
              <a:rPr lang="en-US" sz="2400" b="1" dirty="0"/>
              <a:t>Example:</a:t>
            </a:r>
            <a:r>
              <a:rPr lang="en-US" sz="2400" dirty="0"/>
              <a:t> In a word processor:</a:t>
            </a:r>
          </a:p>
          <a:p>
            <a:pPr lvl="1"/>
            <a:r>
              <a:rPr lang="en-US" dirty="0"/>
              <a:t>One thread checks spelling.</a:t>
            </a:r>
          </a:p>
          <a:p>
            <a:pPr lvl="1"/>
            <a:r>
              <a:rPr lang="en-US" dirty="0"/>
              <a:t>Another autosaves the document.</a:t>
            </a:r>
          </a:p>
          <a:p>
            <a:pPr lvl="1"/>
            <a:r>
              <a:rPr lang="en-US" dirty="0"/>
              <a:t>Another responds to user input.</a:t>
            </a:r>
          </a:p>
          <a:p>
            <a:pPr marL="0" indent="0">
              <a:buNone/>
            </a:pPr>
            <a:r>
              <a:rPr lang="en-US" sz="2400" b="1" dirty="0"/>
              <a:t>Benefits of Multithreading:</a:t>
            </a:r>
            <a:endParaRPr lang="en-US" sz="2400" dirty="0"/>
          </a:p>
          <a:p>
            <a:r>
              <a:rPr lang="en-US" sz="2400" dirty="0"/>
              <a:t>Increased application efficiency.</a:t>
            </a:r>
          </a:p>
          <a:p>
            <a:r>
              <a:rPr lang="en-US" sz="2400" dirty="0"/>
              <a:t>Reduced latency in user interaction.</a:t>
            </a:r>
          </a:p>
          <a:p>
            <a:r>
              <a:rPr lang="en-US" sz="2400" dirty="0"/>
              <a:t>Better utilization of system resources (CPU and memory).</a:t>
            </a:r>
          </a:p>
          <a:p>
            <a:endParaRPr lang="en-IN" dirty="0"/>
          </a:p>
        </p:txBody>
      </p:sp>
    </p:spTree>
    <p:extLst>
      <p:ext uri="{BB962C8B-B14F-4D97-AF65-F5344CB8AC3E}">
        <p14:creationId xmlns:p14="http://schemas.microsoft.com/office/powerpoint/2010/main" val="344776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CB5A-743C-E573-2749-89D5F997EE9A}"/>
              </a:ext>
            </a:extLst>
          </p:cNvPr>
          <p:cNvSpPr>
            <a:spLocks noGrp="1"/>
          </p:cNvSpPr>
          <p:nvPr>
            <p:ph type="title"/>
          </p:nvPr>
        </p:nvSpPr>
        <p:spPr>
          <a:xfrm>
            <a:off x="838200" y="365125"/>
            <a:ext cx="8039582" cy="850217"/>
          </a:xfrm>
        </p:spPr>
        <p:txBody>
          <a:bodyPr>
            <a:normAutofit fontScale="90000"/>
          </a:bodyPr>
          <a:lstStyle/>
          <a:p>
            <a:r>
              <a:rPr lang="en-US" b="1" dirty="0"/>
              <a:t>Process Scheduling</a:t>
            </a:r>
            <a:br>
              <a:rPr lang="en-US" b="1" dirty="0"/>
            </a:br>
            <a:endParaRPr lang="en-IN" dirty="0"/>
          </a:p>
        </p:txBody>
      </p:sp>
      <p:sp>
        <p:nvSpPr>
          <p:cNvPr id="3" name="Content Placeholder 2">
            <a:extLst>
              <a:ext uri="{FF2B5EF4-FFF2-40B4-BE49-F238E27FC236}">
                <a16:creationId xmlns:a16="http://schemas.microsoft.com/office/drawing/2014/main" id="{4B73C1EB-D61F-9051-8AD5-043AED9BA551}"/>
              </a:ext>
            </a:extLst>
          </p:cNvPr>
          <p:cNvSpPr>
            <a:spLocks noGrp="1"/>
          </p:cNvSpPr>
          <p:nvPr>
            <p:ph idx="1"/>
          </p:nvPr>
        </p:nvSpPr>
        <p:spPr>
          <a:xfrm>
            <a:off x="717630" y="995423"/>
            <a:ext cx="10636170" cy="5181540"/>
          </a:xfrm>
        </p:spPr>
        <p:txBody>
          <a:bodyPr>
            <a:normAutofit fontScale="85000" lnSpcReduction="20000"/>
          </a:bodyPr>
          <a:lstStyle/>
          <a:p>
            <a:pPr marL="0" indent="0">
              <a:buNone/>
            </a:pPr>
            <a:r>
              <a:rPr lang="en-US" dirty="0"/>
              <a:t>Process Scheduling is a core function of the operating system (OS) that decides </a:t>
            </a:r>
            <a:r>
              <a:rPr lang="en-US" b="1" dirty="0"/>
              <a:t>which process will run on the CPU</a:t>
            </a:r>
            <a:r>
              <a:rPr lang="en-US" dirty="0"/>
              <a:t> and for </a:t>
            </a:r>
            <a:r>
              <a:rPr lang="en-US" b="1" dirty="0"/>
              <a:t>how long</a:t>
            </a:r>
            <a:r>
              <a:rPr lang="en-US" dirty="0"/>
              <a:t>. Since many processes are ready to run but CPU is limited, the scheduler ensures fairness, efficiency, and good performance.</a:t>
            </a:r>
          </a:p>
          <a:p>
            <a:pPr marL="0" indent="0">
              <a:buNone/>
            </a:pPr>
            <a:r>
              <a:rPr lang="en-US" b="1" dirty="0"/>
              <a:t>Foundation of Process Scheduling</a:t>
            </a:r>
          </a:p>
          <a:p>
            <a:pPr marL="0" indent="0">
              <a:buNone/>
            </a:pPr>
            <a:r>
              <a:rPr lang="en-US" b="1" dirty="0"/>
              <a:t>What is Scheduling?</a:t>
            </a:r>
          </a:p>
          <a:p>
            <a:r>
              <a:rPr lang="en-US" dirty="0"/>
              <a:t>Scheduling means selecting one process from the “ready queue” and assigning the CPU to it.</a:t>
            </a:r>
          </a:p>
          <a:p>
            <a:pPr marL="0" indent="0">
              <a:buNone/>
            </a:pPr>
            <a:r>
              <a:rPr lang="en-US" b="1" dirty="0"/>
              <a:t>Why Scheduling is needed?</a:t>
            </a:r>
          </a:p>
          <a:p>
            <a:r>
              <a:rPr lang="en-US" dirty="0"/>
              <a:t>Only </a:t>
            </a:r>
            <a:r>
              <a:rPr lang="en-US" b="1" dirty="0"/>
              <a:t>one process</a:t>
            </a:r>
            <a:r>
              <a:rPr lang="en-US" dirty="0"/>
              <a:t> can run on a CPU at a time.</a:t>
            </a:r>
          </a:p>
          <a:p>
            <a:r>
              <a:rPr lang="en-US" dirty="0"/>
              <a:t>Other processes must </a:t>
            </a:r>
            <a:r>
              <a:rPr lang="en-US" b="1" dirty="0"/>
              <a:t>wait</a:t>
            </a:r>
            <a:r>
              <a:rPr lang="en-US" dirty="0"/>
              <a:t>.</a:t>
            </a:r>
          </a:p>
          <a:p>
            <a:r>
              <a:rPr lang="en-US" dirty="0"/>
              <a:t>Good scheduling makes the system:</a:t>
            </a:r>
          </a:p>
          <a:p>
            <a:pPr lvl="1"/>
            <a:r>
              <a:rPr lang="en-US" sz="2800" dirty="0"/>
              <a:t>Fast</a:t>
            </a:r>
          </a:p>
          <a:p>
            <a:pPr lvl="1"/>
            <a:r>
              <a:rPr lang="en-US" sz="2800" dirty="0"/>
              <a:t>Responsive</a:t>
            </a:r>
          </a:p>
          <a:p>
            <a:pPr lvl="1"/>
            <a:r>
              <a:rPr lang="en-US" sz="2800" dirty="0"/>
              <a:t>Efficient</a:t>
            </a:r>
          </a:p>
          <a:p>
            <a:pPr marL="0" indent="0">
              <a:buNone/>
            </a:pPr>
            <a:endParaRPr lang="en-IN" dirty="0"/>
          </a:p>
        </p:txBody>
      </p:sp>
    </p:spTree>
    <p:extLst>
      <p:ext uri="{BB962C8B-B14F-4D97-AF65-F5344CB8AC3E}">
        <p14:creationId xmlns:p14="http://schemas.microsoft.com/office/powerpoint/2010/main" val="3259225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AC62-47B6-2028-2877-6B3AD76BB710}"/>
              </a:ext>
            </a:extLst>
          </p:cNvPr>
          <p:cNvSpPr>
            <a:spLocks noGrp="1"/>
          </p:cNvSpPr>
          <p:nvPr>
            <p:ph type="title"/>
          </p:nvPr>
        </p:nvSpPr>
        <p:spPr>
          <a:xfrm>
            <a:off x="838200" y="365126"/>
            <a:ext cx="10515600" cy="799646"/>
          </a:xfrm>
        </p:spPr>
        <p:txBody>
          <a:bodyPr>
            <a:normAutofit fontScale="90000"/>
          </a:bodyPr>
          <a:lstStyle/>
          <a:p>
            <a:r>
              <a:rPr lang="en-US" b="1" dirty="0"/>
              <a:t>Scheduling Objectives</a:t>
            </a:r>
            <a:br>
              <a:rPr lang="en-US" b="1" dirty="0"/>
            </a:br>
            <a:endParaRPr lang="en-IN" dirty="0"/>
          </a:p>
        </p:txBody>
      </p:sp>
      <p:sp>
        <p:nvSpPr>
          <p:cNvPr id="3" name="Content Placeholder 2">
            <a:extLst>
              <a:ext uri="{FF2B5EF4-FFF2-40B4-BE49-F238E27FC236}">
                <a16:creationId xmlns:a16="http://schemas.microsoft.com/office/drawing/2014/main" id="{C0970683-1749-A8F4-8ECF-F28CFADED683}"/>
              </a:ext>
            </a:extLst>
          </p:cNvPr>
          <p:cNvSpPr>
            <a:spLocks noGrp="1"/>
          </p:cNvSpPr>
          <p:nvPr>
            <p:ph idx="1"/>
          </p:nvPr>
        </p:nvSpPr>
        <p:spPr>
          <a:xfrm>
            <a:off x="636608" y="937549"/>
            <a:ext cx="10717192" cy="5239414"/>
          </a:xfrm>
        </p:spPr>
        <p:txBody>
          <a:bodyPr>
            <a:normAutofit fontScale="92500" lnSpcReduction="10000"/>
          </a:bodyPr>
          <a:lstStyle/>
          <a:p>
            <a:pPr marL="0" indent="0">
              <a:buNone/>
            </a:pPr>
            <a:r>
              <a:rPr lang="en-US" dirty="0"/>
              <a:t>Good CPU scheduling tries to achieve:</a:t>
            </a:r>
          </a:p>
          <a:p>
            <a:r>
              <a:rPr lang="en-US" b="1" dirty="0"/>
              <a:t>Max CPU Utilization</a:t>
            </a:r>
            <a:endParaRPr lang="en-US" dirty="0"/>
          </a:p>
          <a:p>
            <a:pPr lvl="1"/>
            <a:r>
              <a:rPr lang="en-US" dirty="0"/>
              <a:t>Keep the CPU </a:t>
            </a:r>
            <a:r>
              <a:rPr lang="en-US" b="1" dirty="0"/>
              <a:t>as busy as possible</a:t>
            </a:r>
            <a:r>
              <a:rPr lang="en-US" dirty="0"/>
              <a:t> (0% idle time).</a:t>
            </a:r>
          </a:p>
          <a:p>
            <a:r>
              <a:rPr lang="en-US" b="1" dirty="0"/>
              <a:t>Max Throughput</a:t>
            </a:r>
            <a:endParaRPr lang="en-US" dirty="0"/>
          </a:p>
          <a:p>
            <a:pPr lvl="1"/>
            <a:r>
              <a:rPr lang="en-US" dirty="0"/>
              <a:t>Complete </a:t>
            </a:r>
            <a:r>
              <a:rPr lang="en-US" b="1" dirty="0"/>
              <a:t>maximum number of processes per unit time</a:t>
            </a:r>
            <a:r>
              <a:rPr lang="en-US" dirty="0"/>
              <a:t>.</a:t>
            </a:r>
          </a:p>
          <a:p>
            <a:r>
              <a:rPr lang="en-US" b="1" dirty="0"/>
              <a:t>Min Turnaround Time</a:t>
            </a:r>
            <a:endParaRPr lang="en-US" dirty="0"/>
          </a:p>
          <a:p>
            <a:pPr lvl="1"/>
            <a:r>
              <a:rPr lang="en-US" dirty="0"/>
              <a:t>Total time taken from </a:t>
            </a:r>
            <a:r>
              <a:rPr lang="en-US" b="1" dirty="0"/>
              <a:t>submission → completion</a:t>
            </a:r>
            <a:r>
              <a:rPr lang="en-US" dirty="0"/>
              <a:t>.</a:t>
            </a:r>
          </a:p>
          <a:p>
            <a:r>
              <a:rPr lang="en-US" b="1" dirty="0"/>
              <a:t>Min Waiting Time</a:t>
            </a:r>
            <a:endParaRPr lang="en-US" dirty="0"/>
          </a:p>
          <a:p>
            <a:pPr lvl="1"/>
            <a:r>
              <a:rPr lang="en-US" dirty="0"/>
              <a:t>Time spent by a process </a:t>
            </a:r>
            <a:r>
              <a:rPr lang="en-US" b="1" dirty="0"/>
              <a:t>waiting in the ready queue</a:t>
            </a:r>
            <a:r>
              <a:rPr lang="en-US" dirty="0"/>
              <a:t>.</a:t>
            </a:r>
          </a:p>
          <a:p>
            <a:r>
              <a:rPr lang="en-US" b="1" dirty="0"/>
              <a:t>Min Response Time</a:t>
            </a:r>
            <a:endParaRPr lang="en-US" dirty="0"/>
          </a:p>
          <a:p>
            <a:pPr lvl="1"/>
            <a:r>
              <a:rPr lang="en-US" dirty="0"/>
              <a:t>Time from </a:t>
            </a:r>
            <a:r>
              <a:rPr lang="en-US" b="1" dirty="0"/>
              <a:t>request → first response</a:t>
            </a:r>
            <a:r>
              <a:rPr lang="en-US" dirty="0"/>
              <a:t> (important in interactive systems).</a:t>
            </a:r>
          </a:p>
          <a:p>
            <a:r>
              <a:rPr lang="en-US" b="1" dirty="0"/>
              <a:t>Fairness</a:t>
            </a:r>
            <a:endParaRPr lang="en-US" dirty="0"/>
          </a:p>
          <a:p>
            <a:pPr lvl="1"/>
            <a:r>
              <a:rPr lang="en-US" dirty="0"/>
              <a:t>No starvation; every process gets CPU time.</a:t>
            </a:r>
          </a:p>
          <a:p>
            <a:endParaRPr lang="en-IN" dirty="0"/>
          </a:p>
        </p:txBody>
      </p:sp>
    </p:spTree>
    <p:extLst>
      <p:ext uri="{BB962C8B-B14F-4D97-AF65-F5344CB8AC3E}">
        <p14:creationId xmlns:p14="http://schemas.microsoft.com/office/powerpoint/2010/main" val="1848998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87868-7423-49A6-0832-208BC53AA3CA}"/>
              </a:ext>
            </a:extLst>
          </p:cNvPr>
          <p:cNvSpPr>
            <a:spLocks noGrp="1"/>
          </p:cNvSpPr>
          <p:nvPr>
            <p:ph type="title"/>
          </p:nvPr>
        </p:nvSpPr>
        <p:spPr/>
        <p:txBody>
          <a:bodyPr/>
          <a:lstStyle/>
          <a:p>
            <a:r>
              <a:rPr lang="en-US" b="1" dirty="0"/>
              <a:t>Types of Schedulers in Operating System</a:t>
            </a:r>
            <a:br>
              <a:rPr lang="en-US" b="1" dirty="0"/>
            </a:br>
            <a:endParaRPr lang="en-IN" dirty="0"/>
          </a:p>
        </p:txBody>
      </p:sp>
      <p:sp>
        <p:nvSpPr>
          <p:cNvPr id="3" name="Content Placeholder 2">
            <a:extLst>
              <a:ext uri="{FF2B5EF4-FFF2-40B4-BE49-F238E27FC236}">
                <a16:creationId xmlns:a16="http://schemas.microsoft.com/office/drawing/2014/main" id="{8F8F353D-ADAD-69D9-BE01-994D9AD70025}"/>
              </a:ext>
            </a:extLst>
          </p:cNvPr>
          <p:cNvSpPr>
            <a:spLocks noGrp="1"/>
          </p:cNvSpPr>
          <p:nvPr>
            <p:ph idx="1"/>
          </p:nvPr>
        </p:nvSpPr>
        <p:spPr/>
        <p:txBody>
          <a:bodyPr/>
          <a:lstStyle/>
          <a:p>
            <a:pPr marL="0" indent="0">
              <a:buNone/>
            </a:pPr>
            <a:r>
              <a:rPr lang="en-US" dirty="0"/>
              <a:t>A </a:t>
            </a:r>
            <a:r>
              <a:rPr lang="en-US" b="1" dirty="0"/>
              <a:t>scheduler</a:t>
            </a:r>
            <a:r>
              <a:rPr lang="en-US" dirty="0"/>
              <a:t> is a component of the Operating System that decides </a:t>
            </a:r>
            <a:r>
              <a:rPr lang="en-US" b="1" dirty="0"/>
              <a:t>which process should be executed and when</a:t>
            </a:r>
            <a:r>
              <a:rPr lang="en-US" dirty="0"/>
              <a:t>.</a:t>
            </a:r>
            <a:br>
              <a:rPr lang="en-US" dirty="0"/>
            </a:br>
            <a:r>
              <a:rPr lang="en-US" dirty="0"/>
              <a:t>Different schedulers work at different levels of process management.</a:t>
            </a:r>
          </a:p>
          <a:p>
            <a:pPr marL="0" indent="0">
              <a:buNone/>
            </a:pPr>
            <a:r>
              <a:rPr lang="en-US" dirty="0"/>
              <a:t>There are </a:t>
            </a:r>
            <a:r>
              <a:rPr lang="en-US" b="1" dirty="0"/>
              <a:t>three main types of schedulers</a:t>
            </a:r>
            <a:r>
              <a:rPr lang="en-US" dirty="0"/>
              <a:t>:</a:t>
            </a:r>
          </a:p>
          <a:p>
            <a:r>
              <a:rPr lang="en-US" b="1" dirty="0"/>
              <a:t>Long-Term Scheduler (Job Scheduler)</a:t>
            </a:r>
            <a:endParaRPr lang="en-US" dirty="0"/>
          </a:p>
          <a:p>
            <a:r>
              <a:rPr lang="en-US" b="1" dirty="0"/>
              <a:t>Short-Term Scheduler (CPU Scheduler)</a:t>
            </a:r>
            <a:endParaRPr lang="en-US" dirty="0"/>
          </a:p>
          <a:p>
            <a:r>
              <a:rPr lang="en-US" b="1" dirty="0"/>
              <a:t>Medium-Term Scheduler</a:t>
            </a:r>
            <a:endParaRPr lang="en-US" dirty="0"/>
          </a:p>
          <a:p>
            <a:endParaRPr lang="en-IN" dirty="0"/>
          </a:p>
        </p:txBody>
      </p:sp>
    </p:spTree>
    <p:extLst>
      <p:ext uri="{BB962C8B-B14F-4D97-AF65-F5344CB8AC3E}">
        <p14:creationId xmlns:p14="http://schemas.microsoft.com/office/powerpoint/2010/main" val="1674652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7C20-E246-F2FD-7E38-8A4056E288D4}"/>
              </a:ext>
            </a:extLst>
          </p:cNvPr>
          <p:cNvSpPr>
            <a:spLocks noGrp="1"/>
          </p:cNvSpPr>
          <p:nvPr>
            <p:ph type="title"/>
          </p:nvPr>
        </p:nvSpPr>
        <p:spPr>
          <a:xfrm>
            <a:off x="405114" y="635318"/>
            <a:ext cx="10948685" cy="45719"/>
          </a:xfrm>
        </p:spPr>
        <p:txBody>
          <a:bodyPr>
            <a:noAutofit/>
          </a:bodyPr>
          <a:lstStyle/>
          <a:p>
            <a:r>
              <a:rPr lang="en-US" sz="2800" b="1" dirty="0"/>
              <a:t>Long-Term Scheduler (Job Scheduler)</a:t>
            </a:r>
            <a:br>
              <a:rPr lang="en-US" sz="2800" b="1" dirty="0"/>
            </a:br>
            <a:endParaRPr lang="en-IN" sz="2800" dirty="0"/>
          </a:p>
        </p:txBody>
      </p:sp>
      <p:sp>
        <p:nvSpPr>
          <p:cNvPr id="3" name="Content Placeholder 2">
            <a:extLst>
              <a:ext uri="{FF2B5EF4-FFF2-40B4-BE49-F238E27FC236}">
                <a16:creationId xmlns:a16="http://schemas.microsoft.com/office/drawing/2014/main" id="{0FE28A18-80C1-98EB-A36B-2CB5FE068436}"/>
              </a:ext>
            </a:extLst>
          </p:cNvPr>
          <p:cNvSpPr>
            <a:spLocks noGrp="1"/>
          </p:cNvSpPr>
          <p:nvPr>
            <p:ph idx="1"/>
          </p:nvPr>
        </p:nvSpPr>
        <p:spPr>
          <a:xfrm>
            <a:off x="405114" y="914400"/>
            <a:ext cx="10948687" cy="5262563"/>
          </a:xfrm>
        </p:spPr>
        <p:txBody>
          <a:bodyPr>
            <a:normAutofit fontScale="62500" lnSpcReduction="20000"/>
          </a:bodyPr>
          <a:lstStyle/>
          <a:p>
            <a:pPr marL="0" indent="0">
              <a:buNone/>
            </a:pPr>
            <a:r>
              <a:rPr lang="en-US" dirty="0"/>
              <a:t>The </a:t>
            </a:r>
            <a:r>
              <a:rPr lang="en-US" b="1" dirty="0"/>
              <a:t>Long-Term Scheduler</a:t>
            </a:r>
            <a:r>
              <a:rPr lang="en-US" dirty="0"/>
              <a:t> selects </a:t>
            </a:r>
            <a:r>
              <a:rPr lang="en-US" b="1" dirty="0"/>
              <a:t>which jobs/processes should be admitted into the system</a:t>
            </a:r>
            <a:r>
              <a:rPr lang="en-US" dirty="0"/>
              <a:t> for execution.</a:t>
            </a:r>
          </a:p>
          <a:p>
            <a:pPr marL="0" indent="0">
              <a:buNone/>
            </a:pPr>
            <a:r>
              <a:rPr lang="en-US" b="1" dirty="0"/>
              <a:t>Function</a:t>
            </a:r>
          </a:p>
          <a:p>
            <a:r>
              <a:rPr lang="en-US" dirty="0"/>
              <a:t>Moves processes from </a:t>
            </a:r>
            <a:r>
              <a:rPr lang="en-US" b="1" dirty="0"/>
              <a:t>New state → Ready state</a:t>
            </a:r>
            <a:endParaRPr lang="en-US" dirty="0"/>
          </a:p>
          <a:p>
            <a:r>
              <a:rPr lang="en-US" dirty="0"/>
              <a:t>Controls </a:t>
            </a:r>
            <a:r>
              <a:rPr lang="en-US" b="1" dirty="0"/>
              <a:t>how many processes</a:t>
            </a:r>
            <a:r>
              <a:rPr lang="en-US" dirty="0"/>
              <a:t> are in memory at a time</a:t>
            </a:r>
          </a:p>
          <a:p>
            <a:pPr marL="0" indent="0">
              <a:buNone/>
            </a:pPr>
            <a:r>
              <a:rPr lang="en-US" b="1" dirty="0"/>
              <a:t>Characteristics</a:t>
            </a:r>
          </a:p>
          <a:p>
            <a:r>
              <a:rPr lang="en-US" dirty="0"/>
              <a:t>Runs </a:t>
            </a:r>
            <a:r>
              <a:rPr lang="en-US" b="1" dirty="0"/>
              <a:t>infrequently</a:t>
            </a:r>
            <a:endParaRPr lang="en-US" dirty="0"/>
          </a:p>
          <a:p>
            <a:r>
              <a:rPr lang="en-US" dirty="0"/>
              <a:t>Slower compared to other schedulers</a:t>
            </a:r>
          </a:p>
          <a:p>
            <a:r>
              <a:rPr lang="en-US" dirty="0"/>
              <a:t>Present mainly in </a:t>
            </a:r>
            <a:r>
              <a:rPr lang="en-US" b="1" dirty="0"/>
              <a:t>batch operating systems</a:t>
            </a:r>
            <a:endParaRPr lang="en-US" dirty="0"/>
          </a:p>
          <a:p>
            <a:r>
              <a:rPr lang="en-US" dirty="0"/>
              <a:t>Decides the </a:t>
            </a:r>
            <a:r>
              <a:rPr lang="en-US" b="1" dirty="0"/>
              <a:t>degree of multiprogramming</a:t>
            </a:r>
            <a:endParaRPr lang="en-US" dirty="0"/>
          </a:p>
          <a:p>
            <a:pPr marL="0" indent="0">
              <a:buNone/>
            </a:pPr>
            <a:r>
              <a:rPr lang="en-US" b="1" dirty="0"/>
              <a:t>Importance</a:t>
            </a:r>
          </a:p>
          <a:p>
            <a:r>
              <a:rPr lang="en-US" dirty="0"/>
              <a:t>Too many processes → CPU thrashing</a:t>
            </a:r>
          </a:p>
          <a:p>
            <a:r>
              <a:rPr lang="en-US" dirty="0"/>
              <a:t>Too few processes → CPU idle</a:t>
            </a:r>
            <a:br>
              <a:rPr lang="en-US" dirty="0"/>
            </a:br>
            <a:r>
              <a:rPr lang="en-US" dirty="0"/>
              <a:t>Long-term scheduler ensures </a:t>
            </a:r>
            <a:r>
              <a:rPr lang="en-US" b="1" dirty="0"/>
              <a:t>optimal system performance</a:t>
            </a:r>
            <a:r>
              <a:rPr lang="en-US" dirty="0"/>
              <a:t>.</a:t>
            </a:r>
          </a:p>
          <a:p>
            <a:pPr marL="0" indent="0">
              <a:buNone/>
            </a:pPr>
            <a:r>
              <a:rPr lang="en-US" b="1" dirty="0"/>
              <a:t>Example</a:t>
            </a:r>
          </a:p>
          <a:p>
            <a:r>
              <a:rPr lang="en-US" dirty="0"/>
              <a:t>Mainframe batch systems</a:t>
            </a:r>
          </a:p>
          <a:p>
            <a:r>
              <a:rPr lang="en-US" dirty="0"/>
              <a:t>Job queue selection</a:t>
            </a:r>
          </a:p>
          <a:p>
            <a:endParaRPr lang="en-IN" dirty="0"/>
          </a:p>
        </p:txBody>
      </p:sp>
    </p:spTree>
    <p:extLst>
      <p:ext uri="{BB962C8B-B14F-4D97-AF65-F5344CB8AC3E}">
        <p14:creationId xmlns:p14="http://schemas.microsoft.com/office/powerpoint/2010/main" val="3599036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1E2E-E620-8C59-A00E-38F6BF788489}"/>
              </a:ext>
            </a:extLst>
          </p:cNvPr>
          <p:cNvSpPr>
            <a:spLocks noGrp="1"/>
          </p:cNvSpPr>
          <p:nvPr>
            <p:ph type="title"/>
          </p:nvPr>
        </p:nvSpPr>
        <p:spPr>
          <a:xfrm>
            <a:off x="707571" y="533400"/>
            <a:ext cx="10646229" cy="56910"/>
          </a:xfrm>
        </p:spPr>
        <p:txBody>
          <a:bodyPr>
            <a:noAutofit/>
          </a:bodyPr>
          <a:lstStyle/>
          <a:p>
            <a:r>
              <a:rPr lang="en-US" sz="2800" b="1" dirty="0"/>
              <a:t>Short-Term Scheduler (CPU Scheduler)</a:t>
            </a:r>
            <a:br>
              <a:rPr lang="en-US" sz="2800" b="1" dirty="0"/>
            </a:br>
            <a:endParaRPr lang="en-IN" sz="2800" dirty="0"/>
          </a:p>
        </p:txBody>
      </p:sp>
      <p:sp>
        <p:nvSpPr>
          <p:cNvPr id="3" name="Content Placeholder 2">
            <a:extLst>
              <a:ext uri="{FF2B5EF4-FFF2-40B4-BE49-F238E27FC236}">
                <a16:creationId xmlns:a16="http://schemas.microsoft.com/office/drawing/2014/main" id="{C743E7C6-B831-E101-CC98-7CA4CFBCE97A}"/>
              </a:ext>
            </a:extLst>
          </p:cNvPr>
          <p:cNvSpPr>
            <a:spLocks noGrp="1"/>
          </p:cNvSpPr>
          <p:nvPr>
            <p:ph idx="1"/>
          </p:nvPr>
        </p:nvSpPr>
        <p:spPr>
          <a:xfrm>
            <a:off x="544010" y="902826"/>
            <a:ext cx="10902387" cy="5135242"/>
          </a:xfrm>
        </p:spPr>
        <p:txBody>
          <a:bodyPr>
            <a:normAutofit fontScale="77500" lnSpcReduction="20000"/>
          </a:bodyPr>
          <a:lstStyle/>
          <a:p>
            <a:pPr marL="0" indent="0">
              <a:buNone/>
            </a:pPr>
            <a:r>
              <a:rPr lang="en-US" dirty="0"/>
              <a:t>The </a:t>
            </a:r>
            <a:r>
              <a:rPr lang="en-US" b="1" dirty="0"/>
              <a:t>Short-Term Scheduler</a:t>
            </a:r>
            <a:r>
              <a:rPr lang="en-US" dirty="0"/>
              <a:t> decides </a:t>
            </a:r>
            <a:r>
              <a:rPr lang="en-US" b="1" dirty="0"/>
              <a:t>which ready process gets the CPU next</a:t>
            </a:r>
            <a:r>
              <a:rPr lang="en-US" dirty="0"/>
              <a:t>.</a:t>
            </a:r>
          </a:p>
          <a:p>
            <a:pPr marL="0" indent="0">
              <a:buNone/>
            </a:pPr>
            <a:r>
              <a:rPr lang="en-US" b="1" dirty="0"/>
              <a:t>Function</a:t>
            </a:r>
          </a:p>
          <a:p>
            <a:r>
              <a:rPr lang="en-US" dirty="0"/>
              <a:t>Selects a process from the </a:t>
            </a:r>
            <a:r>
              <a:rPr lang="en-US" b="1" dirty="0"/>
              <a:t>Ready Queue</a:t>
            </a:r>
            <a:endParaRPr lang="en-US" dirty="0"/>
          </a:p>
          <a:p>
            <a:r>
              <a:rPr lang="en-US" dirty="0"/>
              <a:t>Assigns CPU to the selected process</a:t>
            </a:r>
          </a:p>
          <a:p>
            <a:r>
              <a:rPr lang="en-US" dirty="0"/>
              <a:t>Performs </a:t>
            </a:r>
            <a:r>
              <a:rPr lang="en-US" b="1" dirty="0"/>
              <a:t>context switching</a:t>
            </a:r>
            <a:endParaRPr lang="en-US" dirty="0"/>
          </a:p>
          <a:p>
            <a:pPr marL="0" indent="0">
              <a:buNone/>
            </a:pPr>
            <a:r>
              <a:rPr lang="en-US" b="1" dirty="0"/>
              <a:t>Characteristics</a:t>
            </a:r>
          </a:p>
          <a:p>
            <a:r>
              <a:rPr lang="en-US" dirty="0"/>
              <a:t>Runs </a:t>
            </a:r>
            <a:r>
              <a:rPr lang="en-US" b="1" dirty="0"/>
              <a:t>very frequently</a:t>
            </a:r>
            <a:r>
              <a:rPr lang="en-US" dirty="0"/>
              <a:t> (every few milliseconds)</a:t>
            </a:r>
          </a:p>
          <a:p>
            <a:r>
              <a:rPr lang="en-US" dirty="0"/>
              <a:t>Must be </a:t>
            </a:r>
            <a:r>
              <a:rPr lang="en-US" b="1" dirty="0"/>
              <a:t>extremely fast</a:t>
            </a:r>
            <a:endParaRPr lang="en-US" dirty="0"/>
          </a:p>
          <a:p>
            <a:r>
              <a:rPr lang="en-US" dirty="0"/>
              <a:t>Present in </a:t>
            </a:r>
            <a:r>
              <a:rPr lang="en-US" b="1" dirty="0"/>
              <a:t>all modern operating systems</a:t>
            </a:r>
            <a:endParaRPr lang="en-US" dirty="0"/>
          </a:p>
          <a:p>
            <a:r>
              <a:rPr lang="en-US" dirty="0"/>
              <a:t>Directly affects:</a:t>
            </a:r>
          </a:p>
          <a:p>
            <a:pPr lvl="1"/>
            <a:r>
              <a:rPr lang="en-US" dirty="0"/>
              <a:t>Response time</a:t>
            </a:r>
          </a:p>
          <a:p>
            <a:pPr lvl="1"/>
            <a:r>
              <a:rPr lang="en-US" dirty="0"/>
              <a:t>Waiting time</a:t>
            </a:r>
          </a:p>
          <a:p>
            <a:pPr lvl="1"/>
            <a:r>
              <a:rPr lang="en-US" dirty="0"/>
              <a:t>CPU utilization</a:t>
            </a:r>
          </a:p>
          <a:p>
            <a:pPr marL="0" indent="0">
              <a:buNone/>
            </a:pPr>
            <a:r>
              <a:rPr lang="en-US" b="1" dirty="0"/>
              <a:t>Example</a:t>
            </a:r>
          </a:p>
          <a:p>
            <a:r>
              <a:rPr lang="en-US" dirty="0"/>
              <a:t>Process switching in Linux/Windows</a:t>
            </a:r>
          </a:p>
          <a:p>
            <a:pPr marL="0" indent="0">
              <a:buNone/>
            </a:pPr>
            <a:endParaRPr lang="en-IN" dirty="0"/>
          </a:p>
        </p:txBody>
      </p:sp>
    </p:spTree>
    <p:extLst>
      <p:ext uri="{BB962C8B-B14F-4D97-AF65-F5344CB8AC3E}">
        <p14:creationId xmlns:p14="http://schemas.microsoft.com/office/powerpoint/2010/main" val="258020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5259-43F4-8BD5-9BC4-1D06EFA571C7}"/>
              </a:ext>
            </a:extLst>
          </p:cNvPr>
          <p:cNvSpPr>
            <a:spLocks noGrp="1"/>
          </p:cNvSpPr>
          <p:nvPr>
            <p:ph type="title"/>
          </p:nvPr>
        </p:nvSpPr>
        <p:spPr>
          <a:xfrm>
            <a:off x="838200" y="365126"/>
            <a:ext cx="10515600" cy="931240"/>
          </a:xfrm>
        </p:spPr>
        <p:txBody>
          <a:bodyPr>
            <a:normAutofit fontScale="90000"/>
          </a:bodyPr>
          <a:lstStyle/>
          <a:p>
            <a:r>
              <a:rPr lang="en-US" b="1" dirty="0"/>
              <a:t>Medium-Term Scheduler</a:t>
            </a:r>
            <a:br>
              <a:rPr lang="en-US" b="1" dirty="0"/>
            </a:br>
            <a:endParaRPr lang="en-IN" dirty="0"/>
          </a:p>
        </p:txBody>
      </p:sp>
      <p:sp>
        <p:nvSpPr>
          <p:cNvPr id="3" name="Content Placeholder 2">
            <a:extLst>
              <a:ext uri="{FF2B5EF4-FFF2-40B4-BE49-F238E27FC236}">
                <a16:creationId xmlns:a16="http://schemas.microsoft.com/office/drawing/2014/main" id="{A3B8EE0B-ACB1-1420-7C4D-C22CD9CA5334}"/>
              </a:ext>
            </a:extLst>
          </p:cNvPr>
          <p:cNvSpPr>
            <a:spLocks noGrp="1"/>
          </p:cNvSpPr>
          <p:nvPr>
            <p:ph idx="1"/>
          </p:nvPr>
        </p:nvSpPr>
        <p:spPr>
          <a:xfrm>
            <a:off x="636608" y="1076446"/>
            <a:ext cx="10717192" cy="5100517"/>
          </a:xfrm>
        </p:spPr>
        <p:txBody>
          <a:bodyPr>
            <a:normAutofit fontScale="77500" lnSpcReduction="20000"/>
          </a:bodyPr>
          <a:lstStyle/>
          <a:p>
            <a:pPr marL="0" indent="0">
              <a:buNone/>
            </a:pPr>
            <a:r>
              <a:rPr lang="en-US" dirty="0"/>
              <a:t>The </a:t>
            </a:r>
            <a:r>
              <a:rPr lang="en-US" b="1" dirty="0"/>
              <a:t>Medium-Term Scheduler</a:t>
            </a:r>
            <a:r>
              <a:rPr lang="en-US" dirty="0"/>
              <a:t> temporarily </a:t>
            </a:r>
            <a:r>
              <a:rPr lang="en-US" b="1" dirty="0"/>
              <a:t>removes (suspends)</a:t>
            </a:r>
            <a:r>
              <a:rPr lang="en-US" dirty="0"/>
              <a:t> processes from memory and later </a:t>
            </a:r>
            <a:r>
              <a:rPr lang="en-US" b="1" dirty="0"/>
              <a:t>resumes</a:t>
            </a:r>
            <a:r>
              <a:rPr lang="en-US" dirty="0"/>
              <a:t> them.</a:t>
            </a:r>
          </a:p>
          <a:p>
            <a:pPr marL="0" indent="0">
              <a:buNone/>
            </a:pPr>
            <a:r>
              <a:rPr lang="en-US" b="1" dirty="0"/>
              <a:t>Function</a:t>
            </a:r>
          </a:p>
          <a:p>
            <a:r>
              <a:rPr lang="en-US" dirty="0"/>
              <a:t>Moves processes:</a:t>
            </a:r>
          </a:p>
          <a:p>
            <a:pPr lvl="1"/>
            <a:r>
              <a:rPr lang="en-US" b="1" dirty="0"/>
              <a:t>Ready → Suspended</a:t>
            </a:r>
            <a:endParaRPr lang="en-US" dirty="0"/>
          </a:p>
          <a:p>
            <a:pPr lvl="1"/>
            <a:r>
              <a:rPr lang="en-US" b="1" dirty="0"/>
              <a:t>Running → Suspended</a:t>
            </a:r>
            <a:endParaRPr lang="en-US" dirty="0"/>
          </a:p>
          <a:p>
            <a:r>
              <a:rPr lang="en-US" dirty="0"/>
              <a:t>Controls memory load</a:t>
            </a:r>
          </a:p>
          <a:p>
            <a:r>
              <a:rPr lang="en-US" dirty="0"/>
              <a:t>Supports </a:t>
            </a:r>
            <a:r>
              <a:rPr lang="en-US" b="1" dirty="0"/>
              <a:t>swapping</a:t>
            </a:r>
            <a:endParaRPr lang="en-US" dirty="0"/>
          </a:p>
          <a:p>
            <a:pPr marL="0" indent="0">
              <a:buNone/>
            </a:pPr>
            <a:r>
              <a:rPr lang="en-US" b="1" dirty="0"/>
              <a:t>Characteristics</a:t>
            </a:r>
          </a:p>
          <a:p>
            <a:r>
              <a:rPr lang="en-US" dirty="0"/>
              <a:t>Runs </a:t>
            </a:r>
            <a:r>
              <a:rPr lang="en-US" b="1" dirty="0"/>
              <a:t>occasionally</a:t>
            </a:r>
            <a:endParaRPr lang="en-US" dirty="0"/>
          </a:p>
          <a:p>
            <a:r>
              <a:rPr lang="en-US" dirty="0"/>
              <a:t>Helps in </a:t>
            </a:r>
            <a:r>
              <a:rPr lang="en-US" b="1" dirty="0"/>
              <a:t>memory management</a:t>
            </a:r>
            <a:endParaRPr lang="en-US" dirty="0"/>
          </a:p>
          <a:p>
            <a:r>
              <a:rPr lang="en-US" dirty="0"/>
              <a:t>Reduces </a:t>
            </a:r>
            <a:r>
              <a:rPr lang="en-US" b="1" dirty="0"/>
              <a:t>degree of multiprogramming</a:t>
            </a:r>
            <a:endParaRPr lang="en-US" dirty="0"/>
          </a:p>
          <a:p>
            <a:r>
              <a:rPr lang="en-US" dirty="0"/>
              <a:t>Prevents </a:t>
            </a:r>
            <a:r>
              <a:rPr lang="en-US" b="1" dirty="0"/>
              <a:t>thrashing</a:t>
            </a:r>
            <a:endParaRPr lang="en-US" dirty="0"/>
          </a:p>
          <a:p>
            <a:pPr marL="0" indent="0">
              <a:buNone/>
            </a:pPr>
            <a:r>
              <a:rPr lang="en-US" b="1" dirty="0"/>
              <a:t>Example</a:t>
            </a:r>
          </a:p>
          <a:p>
            <a:r>
              <a:rPr lang="en-US" dirty="0"/>
              <a:t>Swapping processes to disk in low memory conditions</a:t>
            </a:r>
          </a:p>
          <a:p>
            <a:pPr marL="0" indent="0">
              <a:buNone/>
            </a:pPr>
            <a:endParaRPr lang="en-IN" dirty="0"/>
          </a:p>
        </p:txBody>
      </p:sp>
    </p:spTree>
    <p:extLst>
      <p:ext uri="{BB962C8B-B14F-4D97-AF65-F5344CB8AC3E}">
        <p14:creationId xmlns:p14="http://schemas.microsoft.com/office/powerpoint/2010/main" val="2983445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0C05-7B1A-ADED-C3A7-D3058753B934}"/>
              </a:ext>
            </a:extLst>
          </p:cNvPr>
          <p:cNvSpPr>
            <a:spLocks noGrp="1"/>
          </p:cNvSpPr>
          <p:nvPr>
            <p:ph type="title"/>
          </p:nvPr>
        </p:nvSpPr>
        <p:spPr/>
        <p:txBody>
          <a:bodyPr/>
          <a:lstStyle/>
          <a:p>
            <a:r>
              <a:rPr lang="en-US" b="1" dirty="0"/>
              <a:t>Scheduling Criteria</a:t>
            </a:r>
            <a:br>
              <a:rPr lang="en-US" b="1" dirty="0"/>
            </a:br>
            <a:endParaRPr lang="en-IN" dirty="0"/>
          </a:p>
        </p:txBody>
      </p:sp>
      <p:sp>
        <p:nvSpPr>
          <p:cNvPr id="3" name="Content Placeholder 2">
            <a:extLst>
              <a:ext uri="{FF2B5EF4-FFF2-40B4-BE49-F238E27FC236}">
                <a16:creationId xmlns:a16="http://schemas.microsoft.com/office/drawing/2014/main" id="{BF9D1DF8-F403-DD3A-1D0C-65EB7D7147ED}"/>
              </a:ext>
            </a:extLst>
          </p:cNvPr>
          <p:cNvSpPr>
            <a:spLocks noGrp="1"/>
          </p:cNvSpPr>
          <p:nvPr>
            <p:ph idx="1"/>
          </p:nvPr>
        </p:nvSpPr>
        <p:spPr>
          <a:xfrm>
            <a:off x="594911" y="1355075"/>
            <a:ext cx="10758889" cy="4821888"/>
          </a:xfrm>
        </p:spPr>
        <p:txBody>
          <a:bodyPr>
            <a:normAutofit lnSpcReduction="10000"/>
          </a:bodyPr>
          <a:lstStyle/>
          <a:p>
            <a:pPr marL="0" indent="0">
              <a:buNone/>
            </a:pPr>
            <a:r>
              <a:rPr lang="en-US" dirty="0"/>
              <a:t>These criteria measure the performance of scheduling algorithms:</a:t>
            </a:r>
          </a:p>
          <a:p>
            <a:r>
              <a:rPr lang="en-US" b="1" dirty="0"/>
              <a:t>CPU Utilization</a:t>
            </a:r>
            <a:br>
              <a:rPr lang="en-US" dirty="0"/>
            </a:br>
            <a:r>
              <a:rPr lang="en-US" dirty="0"/>
              <a:t>Percentage of time CPU is actively executing.</a:t>
            </a:r>
          </a:p>
          <a:p>
            <a:r>
              <a:rPr lang="en-US" b="1" dirty="0"/>
              <a:t>Throughput</a:t>
            </a:r>
            <a:br>
              <a:rPr lang="en-US" dirty="0"/>
            </a:br>
            <a:r>
              <a:rPr lang="en-US" dirty="0"/>
              <a:t>Number of processes completed per second/minute.</a:t>
            </a:r>
          </a:p>
          <a:p>
            <a:r>
              <a:rPr lang="en-US" b="1" dirty="0"/>
              <a:t>Turnaround Time</a:t>
            </a:r>
            <a:br>
              <a:rPr lang="en-US" dirty="0"/>
            </a:br>
            <a:r>
              <a:rPr lang="en-US" dirty="0"/>
              <a:t>Turnaround = Completion Time – Arrival Time</a:t>
            </a:r>
          </a:p>
          <a:p>
            <a:r>
              <a:rPr lang="en-US" b="1" dirty="0"/>
              <a:t>Waiting Time</a:t>
            </a:r>
            <a:br>
              <a:rPr lang="en-US" dirty="0"/>
            </a:br>
            <a:r>
              <a:rPr lang="en-US" dirty="0"/>
              <a:t>Total time the process waits in the ready queue.</a:t>
            </a:r>
          </a:p>
          <a:p>
            <a:r>
              <a:rPr lang="en-US" b="1" dirty="0"/>
              <a:t>Response Time</a:t>
            </a:r>
            <a:br>
              <a:rPr lang="en-US" dirty="0"/>
            </a:br>
            <a:r>
              <a:rPr lang="en-US" dirty="0" err="1"/>
              <a:t>Time</a:t>
            </a:r>
            <a:r>
              <a:rPr lang="en-US" dirty="0"/>
              <a:t> between a request and the </a:t>
            </a:r>
            <a:r>
              <a:rPr lang="en-US" b="1" dirty="0"/>
              <a:t>first CPU allocation</a:t>
            </a:r>
            <a:r>
              <a:rPr lang="en-US" dirty="0"/>
              <a:t>.</a:t>
            </a:r>
          </a:p>
          <a:p>
            <a:endParaRPr lang="en-IN" dirty="0"/>
          </a:p>
        </p:txBody>
      </p:sp>
    </p:spTree>
    <p:extLst>
      <p:ext uri="{BB962C8B-B14F-4D97-AF65-F5344CB8AC3E}">
        <p14:creationId xmlns:p14="http://schemas.microsoft.com/office/powerpoint/2010/main" val="3628233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9D5A3-9C60-658C-1B14-BCC33CBE9AA1}"/>
              </a:ext>
            </a:extLst>
          </p:cNvPr>
          <p:cNvSpPr>
            <a:spLocks noGrp="1"/>
          </p:cNvSpPr>
          <p:nvPr>
            <p:ph type="title"/>
          </p:nvPr>
        </p:nvSpPr>
        <p:spPr>
          <a:xfrm>
            <a:off x="638979" y="681037"/>
            <a:ext cx="10714822" cy="431667"/>
          </a:xfrm>
        </p:spPr>
        <p:txBody>
          <a:bodyPr>
            <a:normAutofit fontScale="90000"/>
          </a:bodyPr>
          <a:lstStyle/>
          <a:p>
            <a:r>
              <a:rPr lang="en-US" b="1" dirty="0"/>
              <a:t>Scheduling Algorithms</a:t>
            </a:r>
            <a:br>
              <a:rPr lang="en-US" b="1" dirty="0"/>
            </a:br>
            <a:endParaRPr lang="en-IN" dirty="0"/>
          </a:p>
        </p:txBody>
      </p:sp>
      <p:sp>
        <p:nvSpPr>
          <p:cNvPr id="3" name="Content Placeholder 2">
            <a:extLst>
              <a:ext uri="{FF2B5EF4-FFF2-40B4-BE49-F238E27FC236}">
                <a16:creationId xmlns:a16="http://schemas.microsoft.com/office/drawing/2014/main" id="{7C09C38E-6830-06E5-5481-5F7E085050D1}"/>
              </a:ext>
            </a:extLst>
          </p:cNvPr>
          <p:cNvSpPr>
            <a:spLocks noGrp="1"/>
          </p:cNvSpPr>
          <p:nvPr>
            <p:ph idx="1"/>
          </p:nvPr>
        </p:nvSpPr>
        <p:spPr>
          <a:xfrm>
            <a:off x="760164" y="1233889"/>
            <a:ext cx="10593636" cy="4943074"/>
          </a:xfrm>
        </p:spPr>
        <p:txBody>
          <a:bodyPr>
            <a:normAutofit fontScale="77500" lnSpcReduction="20000"/>
          </a:bodyPr>
          <a:lstStyle/>
          <a:p>
            <a:pPr marL="0" indent="0">
              <a:buNone/>
            </a:pPr>
            <a:r>
              <a:rPr lang="en-US" b="1" dirty="0"/>
              <a:t>Scheduling Algorithms</a:t>
            </a:r>
          </a:p>
          <a:p>
            <a:pPr marL="0" indent="0">
              <a:buNone/>
            </a:pPr>
            <a:r>
              <a:rPr lang="en-US" dirty="0"/>
              <a:t>Scheduling algorithms are of two types:</a:t>
            </a:r>
          </a:p>
          <a:p>
            <a:pPr marL="0" indent="0">
              <a:buNone/>
            </a:pPr>
            <a:r>
              <a:rPr lang="en-US" b="1" dirty="0"/>
              <a:t>A. Non-Preemptive Scheduling</a:t>
            </a:r>
          </a:p>
          <a:p>
            <a:r>
              <a:rPr lang="en-US" dirty="0"/>
              <a:t>Once a process gets the CPU, it </a:t>
            </a:r>
            <a:r>
              <a:rPr lang="en-US" b="1" dirty="0"/>
              <a:t>cannot be taken away</a:t>
            </a:r>
            <a:r>
              <a:rPr lang="en-US" dirty="0"/>
              <a:t> until the process finishes or voluntarily releases the CPU.</a:t>
            </a:r>
          </a:p>
          <a:p>
            <a:r>
              <a:rPr lang="en-US" dirty="0"/>
              <a:t>Examples:</a:t>
            </a:r>
          </a:p>
          <a:p>
            <a:r>
              <a:rPr lang="en-US" dirty="0"/>
              <a:t>FCFS</a:t>
            </a:r>
          </a:p>
          <a:p>
            <a:r>
              <a:rPr lang="en-US" dirty="0"/>
              <a:t>Non-preemptive SJF</a:t>
            </a:r>
          </a:p>
          <a:p>
            <a:pPr marL="0" indent="0">
              <a:buNone/>
            </a:pPr>
            <a:r>
              <a:rPr lang="en-US" b="1" dirty="0"/>
              <a:t>B. Preemptive Scheduling</a:t>
            </a:r>
          </a:p>
          <a:p>
            <a:r>
              <a:rPr lang="en-US" dirty="0"/>
              <a:t>Process </a:t>
            </a:r>
            <a:r>
              <a:rPr lang="en-US" b="1" dirty="0"/>
              <a:t>can be interrupted</a:t>
            </a:r>
            <a:r>
              <a:rPr lang="en-US" dirty="0"/>
              <a:t> and CPU given to another process (usually a higher priority or shorter job).</a:t>
            </a:r>
          </a:p>
          <a:p>
            <a:r>
              <a:rPr lang="en-US" dirty="0"/>
              <a:t>Examples:</a:t>
            </a:r>
          </a:p>
          <a:p>
            <a:r>
              <a:rPr lang="en-US" dirty="0"/>
              <a:t>Preemptive SJF (Shortest Remaining Time First)</a:t>
            </a:r>
          </a:p>
          <a:p>
            <a:r>
              <a:rPr lang="en-US" dirty="0"/>
              <a:t>Round Robin (RR)</a:t>
            </a:r>
          </a:p>
          <a:p>
            <a:endParaRPr lang="en-IN" dirty="0"/>
          </a:p>
        </p:txBody>
      </p:sp>
    </p:spTree>
    <p:extLst>
      <p:ext uri="{BB962C8B-B14F-4D97-AF65-F5344CB8AC3E}">
        <p14:creationId xmlns:p14="http://schemas.microsoft.com/office/powerpoint/2010/main" val="3401322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74AAA-EC8C-E486-6181-657BD292921E}"/>
              </a:ext>
            </a:extLst>
          </p:cNvPr>
          <p:cNvSpPr>
            <a:spLocks noGrp="1"/>
          </p:cNvSpPr>
          <p:nvPr>
            <p:ph type="title"/>
          </p:nvPr>
        </p:nvSpPr>
        <p:spPr>
          <a:xfrm>
            <a:off x="418641" y="681037"/>
            <a:ext cx="10245688" cy="156245"/>
          </a:xfrm>
        </p:spPr>
        <p:txBody>
          <a:bodyPr>
            <a:normAutofit fontScale="90000"/>
          </a:bodyPr>
          <a:lstStyle/>
          <a:p>
            <a:r>
              <a:rPr lang="en-US" sz="3100" b="1" dirty="0"/>
              <a:t>Common Scheduling Algorithms</a:t>
            </a:r>
            <a:br>
              <a:rPr lang="en-US" b="1" dirty="0"/>
            </a:br>
            <a:endParaRPr lang="en-IN" dirty="0"/>
          </a:p>
        </p:txBody>
      </p:sp>
      <p:sp>
        <p:nvSpPr>
          <p:cNvPr id="3" name="Content Placeholder 2">
            <a:extLst>
              <a:ext uri="{FF2B5EF4-FFF2-40B4-BE49-F238E27FC236}">
                <a16:creationId xmlns:a16="http://schemas.microsoft.com/office/drawing/2014/main" id="{525C4049-F19D-90F4-8291-FBF23C55FD35}"/>
              </a:ext>
            </a:extLst>
          </p:cNvPr>
          <p:cNvSpPr>
            <a:spLocks noGrp="1"/>
          </p:cNvSpPr>
          <p:nvPr>
            <p:ph idx="1"/>
          </p:nvPr>
        </p:nvSpPr>
        <p:spPr>
          <a:xfrm>
            <a:off x="266219" y="837280"/>
            <a:ext cx="11087582" cy="5876035"/>
          </a:xfrm>
        </p:spPr>
        <p:txBody>
          <a:bodyPr>
            <a:normAutofit/>
          </a:bodyPr>
          <a:lstStyle/>
          <a:p>
            <a:pPr marL="0" indent="0">
              <a:buNone/>
            </a:pPr>
            <a:r>
              <a:rPr lang="en-US" sz="2200" b="1" dirty="0"/>
              <a:t>FCFS (First Come First Serve)</a:t>
            </a:r>
          </a:p>
          <a:p>
            <a:pPr marL="0" indent="0">
              <a:buNone/>
            </a:pPr>
            <a:r>
              <a:rPr lang="en-US" sz="2200" b="1" dirty="0"/>
              <a:t>Type: Non-preemptive</a:t>
            </a:r>
          </a:p>
          <a:p>
            <a:pPr marL="0" indent="0">
              <a:buNone/>
            </a:pPr>
            <a:r>
              <a:rPr lang="en-US" sz="2200" b="1" dirty="0"/>
              <a:t>Idea: Process arriving first gets CPU first.</a:t>
            </a:r>
          </a:p>
          <a:p>
            <a:pPr marL="0" indent="0">
              <a:buNone/>
            </a:pPr>
            <a:r>
              <a:rPr lang="en-US" sz="2200" b="1" dirty="0"/>
              <a:t>Concept</a:t>
            </a:r>
          </a:p>
          <a:p>
            <a:r>
              <a:rPr lang="en-US" sz="2200" dirty="0"/>
              <a:t>Processes are executed in </a:t>
            </a:r>
            <a:r>
              <a:rPr lang="en-US" sz="2200" b="1" dirty="0"/>
              <a:t>order of arrival</a:t>
            </a:r>
            <a:r>
              <a:rPr lang="en-US" sz="2200" dirty="0"/>
              <a:t>.</a:t>
            </a:r>
          </a:p>
          <a:p>
            <a:r>
              <a:rPr lang="en-US" sz="2200" dirty="0"/>
              <a:t>Implemented using </a:t>
            </a:r>
            <a:r>
              <a:rPr lang="en-US" sz="2200" b="1" dirty="0"/>
              <a:t>FIFO queue</a:t>
            </a:r>
            <a:r>
              <a:rPr lang="en-US" sz="2200" dirty="0"/>
              <a:t>.</a:t>
            </a:r>
          </a:p>
          <a:p>
            <a:pPr marL="0" indent="0">
              <a:buNone/>
            </a:pPr>
            <a:r>
              <a:rPr lang="en-US" sz="2200" b="1" dirty="0"/>
              <a:t>Working</a:t>
            </a:r>
          </a:p>
          <a:p>
            <a:r>
              <a:rPr lang="en-US" sz="2200" dirty="0"/>
              <a:t>Process enters ready queue.</a:t>
            </a:r>
          </a:p>
          <a:p>
            <a:r>
              <a:rPr lang="en-US" sz="2200" dirty="0"/>
              <a:t>CPU assigned to the first arrived process.</a:t>
            </a:r>
          </a:p>
          <a:p>
            <a:r>
              <a:rPr lang="en-US" sz="2200" dirty="0"/>
              <a:t>Process runs until completion.</a:t>
            </a:r>
          </a:p>
          <a:p>
            <a:endParaRPr lang="en-US" sz="2200" dirty="0"/>
          </a:p>
          <a:p>
            <a:endParaRPr lang="en-IN" dirty="0"/>
          </a:p>
        </p:txBody>
      </p:sp>
      <p:sp>
        <p:nvSpPr>
          <p:cNvPr id="5" name="TextBox 4">
            <a:extLst>
              <a:ext uri="{FF2B5EF4-FFF2-40B4-BE49-F238E27FC236}">
                <a16:creationId xmlns:a16="http://schemas.microsoft.com/office/drawing/2014/main" id="{7A6D0764-7E81-A30D-B6CA-A3725D86DC56}"/>
              </a:ext>
            </a:extLst>
          </p:cNvPr>
          <p:cNvSpPr txBox="1"/>
          <p:nvPr/>
        </p:nvSpPr>
        <p:spPr>
          <a:xfrm>
            <a:off x="6655443" y="993524"/>
            <a:ext cx="4514126" cy="2308324"/>
          </a:xfrm>
          <a:prstGeom prst="rect">
            <a:avLst/>
          </a:prstGeom>
          <a:noFill/>
        </p:spPr>
        <p:txBody>
          <a:bodyPr wrap="square">
            <a:spAutoFit/>
          </a:bodyPr>
          <a:lstStyle/>
          <a:p>
            <a:pPr marL="0" indent="0">
              <a:buNone/>
            </a:pPr>
            <a:r>
              <a:rPr lang="en-US" sz="1800" b="1" dirty="0"/>
              <a:t>Advantages</a:t>
            </a:r>
          </a:p>
          <a:p>
            <a:r>
              <a:rPr lang="en-US" sz="1800" dirty="0"/>
              <a:t>Simple</a:t>
            </a:r>
          </a:p>
          <a:p>
            <a:r>
              <a:rPr lang="en-US" sz="1800" dirty="0"/>
              <a:t>Fair in order of arrival</a:t>
            </a:r>
          </a:p>
          <a:p>
            <a:pPr marL="0" indent="0">
              <a:buNone/>
            </a:pPr>
            <a:r>
              <a:rPr lang="en-US" sz="1800" b="1" dirty="0"/>
              <a:t>Disadvantages</a:t>
            </a:r>
          </a:p>
          <a:p>
            <a:r>
              <a:rPr lang="en-US" sz="1800" b="1" dirty="0"/>
              <a:t>Convoy effect</a:t>
            </a:r>
            <a:r>
              <a:rPr lang="en-US" sz="1800" dirty="0"/>
              <a:t>: one long job delays all others</a:t>
            </a:r>
          </a:p>
          <a:p>
            <a:r>
              <a:rPr lang="en-US" sz="1800" dirty="0"/>
              <a:t>Poor average waiting time</a:t>
            </a:r>
          </a:p>
          <a:p>
            <a:pPr marL="0" indent="0">
              <a:buNone/>
            </a:pPr>
            <a:r>
              <a:rPr lang="en-US" sz="1800" b="1" dirty="0"/>
              <a:t>Example Use</a:t>
            </a:r>
          </a:p>
          <a:p>
            <a:r>
              <a:rPr lang="en-US" sz="1800" dirty="0"/>
              <a:t>Batch processing systems</a:t>
            </a:r>
          </a:p>
        </p:txBody>
      </p:sp>
    </p:spTree>
    <p:extLst>
      <p:ext uri="{BB962C8B-B14F-4D97-AF65-F5344CB8AC3E}">
        <p14:creationId xmlns:p14="http://schemas.microsoft.com/office/powerpoint/2010/main" val="3357196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03CE8-61E6-6A6B-2BD0-5852FC0004C9}"/>
              </a:ext>
            </a:extLst>
          </p:cNvPr>
          <p:cNvSpPr>
            <a:spLocks noGrp="1"/>
          </p:cNvSpPr>
          <p:nvPr>
            <p:ph type="title"/>
          </p:nvPr>
        </p:nvSpPr>
        <p:spPr>
          <a:xfrm>
            <a:off x="738130" y="365125"/>
            <a:ext cx="10615670" cy="549275"/>
          </a:xfrm>
        </p:spPr>
        <p:txBody>
          <a:bodyPr>
            <a:normAutofit fontScale="90000"/>
          </a:bodyPr>
          <a:lstStyle/>
          <a:p>
            <a:r>
              <a:rPr lang="en-US" b="1" dirty="0"/>
              <a:t>SJF (Shortest Job First)</a:t>
            </a:r>
            <a:br>
              <a:rPr lang="en-US" b="1" dirty="0"/>
            </a:br>
            <a:endParaRPr lang="en-IN" dirty="0"/>
          </a:p>
        </p:txBody>
      </p:sp>
      <p:sp>
        <p:nvSpPr>
          <p:cNvPr id="3" name="Content Placeholder 2">
            <a:extLst>
              <a:ext uri="{FF2B5EF4-FFF2-40B4-BE49-F238E27FC236}">
                <a16:creationId xmlns:a16="http://schemas.microsoft.com/office/drawing/2014/main" id="{FD2B05CC-5EF5-2411-2185-2DA8ED307260}"/>
              </a:ext>
            </a:extLst>
          </p:cNvPr>
          <p:cNvSpPr>
            <a:spLocks noGrp="1"/>
          </p:cNvSpPr>
          <p:nvPr>
            <p:ph idx="1"/>
          </p:nvPr>
        </p:nvSpPr>
        <p:spPr>
          <a:xfrm>
            <a:off x="216665" y="1057620"/>
            <a:ext cx="10615670" cy="5239008"/>
          </a:xfrm>
        </p:spPr>
        <p:txBody>
          <a:bodyPr>
            <a:normAutofit fontScale="25000" lnSpcReduction="20000"/>
          </a:bodyPr>
          <a:lstStyle/>
          <a:p>
            <a:r>
              <a:rPr lang="en-US" sz="7200" b="1" dirty="0"/>
              <a:t>Type: </a:t>
            </a:r>
            <a:r>
              <a:rPr lang="en-US" sz="7200" dirty="0"/>
              <a:t>Both </a:t>
            </a:r>
            <a:r>
              <a:rPr lang="en-US" sz="7200" b="1" dirty="0"/>
              <a:t>Preemptive &amp; Non-Preemptive</a:t>
            </a:r>
            <a:endParaRPr lang="en-US" sz="7200" dirty="0"/>
          </a:p>
          <a:p>
            <a:pPr marL="0" indent="0">
              <a:buNone/>
            </a:pPr>
            <a:r>
              <a:rPr lang="en-US" sz="7200" b="1" dirty="0"/>
              <a:t>Concept</a:t>
            </a:r>
          </a:p>
          <a:p>
            <a:r>
              <a:rPr lang="en-US" sz="7200" dirty="0"/>
              <a:t>Process with </a:t>
            </a:r>
            <a:r>
              <a:rPr lang="en-US" sz="7200" b="1" dirty="0"/>
              <a:t>smallest CPU burst time</a:t>
            </a:r>
            <a:r>
              <a:rPr lang="en-US" sz="7200" dirty="0"/>
              <a:t> executes first.</a:t>
            </a:r>
          </a:p>
          <a:p>
            <a:pPr marL="0" indent="0">
              <a:buNone/>
            </a:pPr>
            <a:r>
              <a:rPr lang="en-US" sz="7200" b="1" dirty="0"/>
              <a:t>CPU Burst Time = actual CPU execution time of a process (without interruption by I/O).</a:t>
            </a:r>
          </a:p>
          <a:p>
            <a:pPr marL="0" indent="0">
              <a:buNone/>
            </a:pPr>
            <a:endParaRPr lang="en-US" sz="7200" dirty="0"/>
          </a:p>
          <a:p>
            <a:pPr marL="0" indent="0">
              <a:buNone/>
            </a:pPr>
            <a:r>
              <a:rPr lang="en-US" sz="7200" b="1" dirty="0"/>
              <a:t>A. Non-Preemptive SJF</a:t>
            </a:r>
          </a:p>
          <a:p>
            <a:pPr marL="0" indent="0">
              <a:buNone/>
            </a:pPr>
            <a:r>
              <a:rPr lang="en-US" sz="7200" b="1" dirty="0"/>
              <a:t>Working</a:t>
            </a:r>
          </a:p>
          <a:p>
            <a:r>
              <a:rPr lang="en-US" sz="7200" dirty="0"/>
              <a:t>CPU assigned to the process with </a:t>
            </a:r>
            <a:r>
              <a:rPr lang="en-US" sz="7200" b="1" dirty="0"/>
              <a:t>shortest burst time</a:t>
            </a:r>
            <a:r>
              <a:rPr lang="en-US" sz="7200" dirty="0"/>
              <a:t> among ready processes.</a:t>
            </a:r>
          </a:p>
          <a:p>
            <a:r>
              <a:rPr lang="en-US" sz="7200" dirty="0"/>
              <a:t>Process completes before next selection.</a:t>
            </a:r>
          </a:p>
          <a:p>
            <a:pPr marL="0" indent="0">
              <a:buNone/>
            </a:pPr>
            <a:r>
              <a:rPr lang="en-US" sz="7200" b="1" dirty="0"/>
              <a:t>Advantages</a:t>
            </a:r>
          </a:p>
          <a:p>
            <a:pPr marL="0" indent="0">
              <a:buNone/>
            </a:pPr>
            <a:r>
              <a:rPr lang="en-US" sz="7200" dirty="0"/>
              <a:t> Minimum average waiting time (optimal)</a:t>
            </a:r>
            <a:br>
              <a:rPr lang="en-US" sz="7200" dirty="0"/>
            </a:br>
            <a:r>
              <a:rPr lang="en-US" sz="7200" dirty="0"/>
              <a:t>Good throughput</a:t>
            </a:r>
          </a:p>
          <a:p>
            <a:pPr marL="0" indent="0">
              <a:buNone/>
            </a:pPr>
            <a:r>
              <a:rPr lang="en-US" sz="7200" b="1" dirty="0"/>
              <a:t>Disadvantages</a:t>
            </a:r>
          </a:p>
          <a:p>
            <a:pPr marL="0" indent="0">
              <a:buNone/>
            </a:pPr>
            <a:r>
              <a:rPr lang="en-US" sz="7200" dirty="0"/>
              <a:t>Burst time prediction difficult</a:t>
            </a:r>
            <a:br>
              <a:rPr lang="en-US" sz="7200" dirty="0"/>
            </a:br>
            <a:r>
              <a:rPr lang="en-US" sz="7200" dirty="0"/>
              <a:t> Long processes may starve</a:t>
            </a:r>
          </a:p>
          <a:p>
            <a:pPr marL="0" indent="0">
              <a:buNone/>
            </a:pPr>
            <a:br>
              <a:rPr lang="en-US" sz="7200" dirty="0"/>
            </a:br>
            <a:r>
              <a:rPr lang="en-US" sz="7200" b="1" dirty="0"/>
              <a:t>Starvation Solution</a:t>
            </a:r>
          </a:p>
          <a:p>
            <a:pPr marL="0" indent="0">
              <a:buNone/>
            </a:pPr>
            <a:r>
              <a:rPr lang="en-US" sz="7200" b="1" dirty="0"/>
              <a:t>Aging</a:t>
            </a:r>
            <a:r>
              <a:rPr lang="en-US" sz="7200" dirty="0"/>
              <a:t> (gradually increasing priority of waiting processes)</a:t>
            </a:r>
          </a:p>
          <a:p>
            <a:endParaRPr lang="en-IN" dirty="0"/>
          </a:p>
        </p:txBody>
      </p:sp>
    </p:spTree>
    <p:extLst>
      <p:ext uri="{BB962C8B-B14F-4D97-AF65-F5344CB8AC3E}">
        <p14:creationId xmlns:p14="http://schemas.microsoft.com/office/powerpoint/2010/main" val="1011080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22884D-1660-CD9A-59CA-7B9BE9077D70}"/>
              </a:ext>
            </a:extLst>
          </p:cNvPr>
          <p:cNvSpPr txBox="1"/>
          <p:nvPr/>
        </p:nvSpPr>
        <p:spPr>
          <a:xfrm>
            <a:off x="337457" y="141514"/>
            <a:ext cx="11665490" cy="3693319"/>
          </a:xfrm>
          <a:prstGeom prst="rect">
            <a:avLst/>
          </a:prstGeom>
          <a:noFill/>
        </p:spPr>
        <p:txBody>
          <a:bodyPr wrap="square">
            <a:spAutoFit/>
          </a:bodyPr>
          <a:lstStyle/>
          <a:p>
            <a:r>
              <a:rPr lang="en-US" sz="1800" b="1" dirty="0"/>
              <a:t>B. Preemptive SJF (SRTF – Shortest Remaining Time First)</a:t>
            </a:r>
          </a:p>
          <a:p>
            <a:r>
              <a:rPr lang="en-US" sz="1800" b="1" dirty="0"/>
              <a:t>Working</a:t>
            </a:r>
          </a:p>
          <a:p>
            <a:r>
              <a:rPr lang="en-US" sz="1800" dirty="0"/>
              <a:t>If a new process arrives with </a:t>
            </a:r>
            <a:r>
              <a:rPr lang="en-US" sz="1800" b="1" dirty="0"/>
              <a:t>shorter remaining time</a:t>
            </a:r>
            <a:r>
              <a:rPr lang="en-US" sz="1800" dirty="0"/>
              <a:t>, current process is </a:t>
            </a:r>
            <a:r>
              <a:rPr lang="en-US" sz="1800" b="1" dirty="0"/>
              <a:t>preempted</a:t>
            </a:r>
            <a:r>
              <a:rPr lang="en-US" sz="1800" dirty="0"/>
              <a:t>.</a:t>
            </a:r>
          </a:p>
          <a:p>
            <a:r>
              <a:rPr lang="en-US" b="1" dirty="0"/>
              <a:t>If a new process arrives whose remaining CPU time is less than the remaining time of the currently running process, the CPU is taken away from the current process and given to the new one.</a:t>
            </a:r>
            <a:endParaRPr lang="en-US" sz="1800" b="1" dirty="0"/>
          </a:p>
          <a:p>
            <a:r>
              <a:rPr lang="en-US" sz="1800" dirty="0"/>
              <a:t>CPU always executes the </a:t>
            </a:r>
            <a:r>
              <a:rPr lang="en-US" sz="1800" b="1" dirty="0"/>
              <a:t>shortest remaining job</a:t>
            </a:r>
            <a:r>
              <a:rPr lang="en-US" sz="1800" dirty="0"/>
              <a:t>.</a:t>
            </a:r>
          </a:p>
          <a:p>
            <a:r>
              <a:rPr lang="en-US" b="1" dirty="0"/>
              <a:t>CPU Remaining Time: </a:t>
            </a:r>
          </a:p>
          <a:p>
            <a:r>
              <a:rPr lang="en-US" dirty="0"/>
              <a:t>CPU remaining time is the amount of CPU time a process still needs to finish its current CPU burst or complete execution.</a:t>
            </a:r>
          </a:p>
          <a:p>
            <a:r>
              <a:rPr lang="en-US" b="1" dirty="0"/>
              <a:t>CPU Remaining Time = Total required CPU time(CPU burst time) − CPU time already executed</a:t>
            </a:r>
          </a:p>
          <a:p>
            <a:r>
              <a:rPr lang="en-US" dirty="0"/>
              <a:t>Example 1 (basic): A process needs 10 </a:t>
            </a:r>
            <a:r>
              <a:rPr lang="en-US" dirty="0" err="1"/>
              <a:t>ms</a:t>
            </a:r>
            <a:r>
              <a:rPr lang="en-US" dirty="0"/>
              <a:t> of CPU time</a:t>
            </a:r>
          </a:p>
          <a:p>
            <a:r>
              <a:rPr lang="en-US" dirty="0"/>
              <a:t>It has already used 4 </a:t>
            </a:r>
            <a:r>
              <a:rPr lang="en-US" dirty="0" err="1"/>
              <a:t>ms</a:t>
            </a:r>
            <a:endParaRPr lang="en-US" dirty="0"/>
          </a:p>
          <a:p>
            <a:r>
              <a:rPr lang="en-US" dirty="0"/>
              <a:t>Remaining time=10−4=6 </a:t>
            </a:r>
            <a:r>
              <a:rPr lang="en-US" dirty="0" err="1"/>
              <a:t>ms</a:t>
            </a:r>
            <a:endParaRPr lang="en-US" dirty="0"/>
          </a:p>
          <a:p>
            <a:endParaRPr lang="en-US" dirty="0"/>
          </a:p>
        </p:txBody>
      </p:sp>
      <p:sp>
        <p:nvSpPr>
          <p:cNvPr id="5" name="TextBox 4">
            <a:extLst>
              <a:ext uri="{FF2B5EF4-FFF2-40B4-BE49-F238E27FC236}">
                <a16:creationId xmlns:a16="http://schemas.microsoft.com/office/drawing/2014/main" id="{74FCB8AE-70D1-A89C-1A07-46948EF6CE53}"/>
              </a:ext>
            </a:extLst>
          </p:cNvPr>
          <p:cNvSpPr txBox="1"/>
          <p:nvPr/>
        </p:nvSpPr>
        <p:spPr>
          <a:xfrm>
            <a:off x="189053" y="3588153"/>
            <a:ext cx="5667737" cy="3139321"/>
          </a:xfrm>
          <a:prstGeom prst="rect">
            <a:avLst/>
          </a:prstGeom>
          <a:noFill/>
        </p:spPr>
        <p:txBody>
          <a:bodyPr wrap="square">
            <a:spAutoFit/>
          </a:bodyPr>
          <a:lstStyle/>
          <a:p>
            <a:pPr>
              <a:buNone/>
            </a:pPr>
            <a:r>
              <a:rPr lang="en-US" b="1" dirty="0"/>
              <a:t>Example:</a:t>
            </a:r>
          </a:p>
          <a:p>
            <a:pPr>
              <a:buNone/>
            </a:pPr>
            <a:r>
              <a:rPr lang="en-US" b="1" dirty="0"/>
              <a:t>Running process (P1)</a:t>
            </a:r>
          </a:p>
          <a:p>
            <a:pPr>
              <a:buNone/>
            </a:pPr>
            <a:r>
              <a:rPr lang="en-US" dirty="0"/>
              <a:t>Has already used some CPU</a:t>
            </a:r>
          </a:p>
          <a:p>
            <a:pPr>
              <a:buNone/>
            </a:pPr>
            <a:r>
              <a:rPr lang="en-US" dirty="0"/>
              <a:t>So OS can calculate</a:t>
            </a:r>
          </a:p>
          <a:p>
            <a:pPr>
              <a:buNone/>
            </a:pPr>
            <a:r>
              <a:rPr lang="en-US" dirty="0"/>
              <a:t>Remaining time=Total burst−Executed time</a:t>
            </a:r>
          </a:p>
          <a:p>
            <a:pPr>
              <a:buNone/>
            </a:pPr>
            <a:r>
              <a:rPr lang="en-US" dirty="0"/>
              <a:t>Example:</a:t>
            </a:r>
          </a:p>
          <a:p>
            <a:pPr>
              <a:buNone/>
            </a:pPr>
            <a:r>
              <a:rPr lang="en-US" dirty="0"/>
              <a:t>Total burst = 8 </a:t>
            </a:r>
            <a:r>
              <a:rPr lang="en-US" dirty="0" err="1"/>
              <a:t>ms</a:t>
            </a:r>
            <a:endParaRPr lang="en-US" dirty="0"/>
          </a:p>
          <a:p>
            <a:pPr>
              <a:buNone/>
            </a:pPr>
            <a:r>
              <a:rPr lang="en-US" dirty="0"/>
              <a:t>Executed = 3 </a:t>
            </a:r>
            <a:r>
              <a:rPr lang="en-US" dirty="0" err="1"/>
              <a:t>ms</a:t>
            </a:r>
            <a:endParaRPr lang="en-US" dirty="0"/>
          </a:p>
          <a:p>
            <a:pPr>
              <a:buNone/>
            </a:pPr>
            <a:r>
              <a:rPr lang="en-US" dirty="0"/>
              <a:t>Remaining = 5 </a:t>
            </a:r>
            <a:r>
              <a:rPr lang="en-US" dirty="0" err="1"/>
              <a:t>ms</a:t>
            </a:r>
            <a:endParaRPr lang="en-US" dirty="0"/>
          </a:p>
          <a:p>
            <a:pPr>
              <a:buNone/>
            </a:pPr>
            <a:r>
              <a:rPr lang="en-US" b="1" dirty="0"/>
              <a:t>Compare: P1 remaining (5 </a:t>
            </a:r>
            <a:r>
              <a:rPr lang="en-US" b="1" dirty="0" err="1"/>
              <a:t>ms</a:t>
            </a:r>
            <a:r>
              <a:rPr lang="en-US" b="1" dirty="0"/>
              <a:t>) vs P2 remaining (4 </a:t>
            </a:r>
            <a:r>
              <a:rPr lang="en-US" b="1" dirty="0" err="1"/>
              <a:t>ms</a:t>
            </a:r>
            <a:r>
              <a:rPr lang="en-US" b="1" dirty="0"/>
              <a:t>)</a:t>
            </a:r>
          </a:p>
          <a:p>
            <a:pPr>
              <a:buNone/>
            </a:pPr>
            <a:r>
              <a:rPr lang="en-US" b="1" dirty="0"/>
              <a:t>P2 gets CPU.</a:t>
            </a:r>
          </a:p>
        </p:txBody>
      </p:sp>
      <p:sp>
        <p:nvSpPr>
          <p:cNvPr id="7" name="TextBox 6">
            <a:extLst>
              <a:ext uri="{FF2B5EF4-FFF2-40B4-BE49-F238E27FC236}">
                <a16:creationId xmlns:a16="http://schemas.microsoft.com/office/drawing/2014/main" id="{A66FF59E-6D0E-7856-CA23-C90F40CCE501}"/>
              </a:ext>
            </a:extLst>
          </p:cNvPr>
          <p:cNvSpPr txBox="1"/>
          <p:nvPr/>
        </p:nvSpPr>
        <p:spPr>
          <a:xfrm>
            <a:off x="6095999" y="3834833"/>
            <a:ext cx="4622157" cy="2308324"/>
          </a:xfrm>
          <a:prstGeom prst="rect">
            <a:avLst/>
          </a:prstGeom>
          <a:noFill/>
        </p:spPr>
        <p:txBody>
          <a:bodyPr wrap="square">
            <a:spAutoFit/>
          </a:bodyPr>
          <a:lstStyle/>
          <a:p>
            <a:pPr>
              <a:buNone/>
            </a:pPr>
            <a:r>
              <a:rPr lang="en-US" b="1" dirty="0"/>
              <a:t>New process (P2)</a:t>
            </a:r>
          </a:p>
          <a:p>
            <a:pPr>
              <a:buNone/>
            </a:pPr>
            <a:r>
              <a:rPr lang="en-US" dirty="0"/>
              <a:t>Has not run yet</a:t>
            </a:r>
          </a:p>
          <a:p>
            <a:pPr>
              <a:buNone/>
            </a:pPr>
            <a:r>
              <a:rPr lang="en-US" dirty="0"/>
              <a:t>So:</a:t>
            </a:r>
          </a:p>
          <a:p>
            <a:pPr>
              <a:buNone/>
            </a:pPr>
            <a:r>
              <a:rPr lang="en-US" dirty="0"/>
              <a:t>Executed time = 0</a:t>
            </a:r>
          </a:p>
          <a:p>
            <a:pPr>
              <a:buNone/>
            </a:pPr>
            <a:r>
              <a:rPr lang="en-US" dirty="0"/>
              <a:t>Remaining time = total estimated CPU burst</a:t>
            </a:r>
          </a:p>
          <a:p>
            <a:pPr>
              <a:buNone/>
            </a:pPr>
            <a:r>
              <a:rPr lang="en-US" dirty="0"/>
              <a:t>Example:</a:t>
            </a:r>
          </a:p>
          <a:p>
            <a:pPr>
              <a:buNone/>
            </a:pPr>
            <a:r>
              <a:rPr lang="en-US" dirty="0"/>
              <a:t>Estimated CPU burst = 4 </a:t>
            </a:r>
            <a:r>
              <a:rPr lang="en-US" dirty="0" err="1"/>
              <a:t>ms</a:t>
            </a:r>
            <a:endParaRPr lang="en-US" dirty="0"/>
          </a:p>
          <a:p>
            <a:pPr>
              <a:buNone/>
            </a:pPr>
            <a:r>
              <a:rPr lang="en-US" dirty="0"/>
              <a:t>Remaining time = 4 </a:t>
            </a:r>
            <a:r>
              <a:rPr lang="en-US" dirty="0" err="1"/>
              <a:t>ms</a:t>
            </a:r>
            <a:endParaRPr lang="en-US" dirty="0"/>
          </a:p>
        </p:txBody>
      </p:sp>
    </p:spTree>
    <p:extLst>
      <p:ext uri="{BB962C8B-B14F-4D97-AF65-F5344CB8AC3E}">
        <p14:creationId xmlns:p14="http://schemas.microsoft.com/office/powerpoint/2010/main" val="2870626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BC176-DD86-590E-3738-23B3E7DF5565}"/>
              </a:ext>
            </a:extLst>
          </p:cNvPr>
          <p:cNvSpPr>
            <a:spLocks noGrp="1"/>
          </p:cNvSpPr>
          <p:nvPr>
            <p:ph type="title"/>
          </p:nvPr>
        </p:nvSpPr>
        <p:spPr>
          <a:xfrm>
            <a:off x="451692" y="209321"/>
            <a:ext cx="10902108" cy="782197"/>
          </a:xfrm>
        </p:spPr>
        <p:txBody>
          <a:bodyPr>
            <a:normAutofit fontScale="90000"/>
          </a:bodyPr>
          <a:lstStyle/>
          <a:p>
            <a:r>
              <a:rPr lang="en-IN" sz="2800" b="1" dirty="0"/>
              <a:t>Round Robin (RR)</a:t>
            </a:r>
            <a:br>
              <a:rPr lang="en-IN" sz="2800" b="1" dirty="0"/>
            </a:br>
            <a:endParaRPr lang="en-IN" sz="2800" dirty="0"/>
          </a:p>
        </p:txBody>
      </p:sp>
      <p:sp>
        <p:nvSpPr>
          <p:cNvPr id="3" name="Content Placeholder 2">
            <a:extLst>
              <a:ext uri="{FF2B5EF4-FFF2-40B4-BE49-F238E27FC236}">
                <a16:creationId xmlns:a16="http://schemas.microsoft.com/office/drawing/2014/main" id="{F169A82D-290B-E082-35E8-17D295976AD5}"/>
              </a:ext>
            </a:extLst>
          </p:cNvPr>
          <p:cNvSpPr>
            <a:spLocks noGrp="1"/>
          </p:cNvSpPr>
          <p:nvPr>
            <p:ph idx="1"/>
          </p:nvPr>
        </p:nvSpPr>
        <p:spPr>
          <a:xfrm>
            <a:off x="324091" y="705080"/>
            <a:ext cx="11416217" cy="5943599"/>
          </a:xfrm>
        </p:spPr>
        <p:txBody>
          <a:bodyPr>
            <a:normAutofit fontScale="25000" lnSpcReduction="20000"/>
          </a:bodyPr>
          <a:lstStyle/>
          <a:p>
            <a:pPr marL="0" indent="0">
              <a:buNone/>
            </a:pPr>
            <a:r>
              <a:rPr lang="en-IN" sz="7200" b="1" dirty="0"/>
              <a:t>Type: </a:t>
            </a:r>
            <a:r>
              <a:rPr lang="en-IN" sz="7200" b="1" dirty="0" err="1"/>
              <a:t>Preemptive</a:t>
            </a:r>
            <a:endParaRPr lang="en-IN" sz="7200" dirty="0"/>
          </a:p>
          <a:p>
            <a:pPr marL="0" indent="0">
              <a:buNone/>
            </a:pPr>
            <a:r>
              <a:rPr lang="en-IN" sz="7200" b="1" dirty="0"/>
              <a:t>Concept</a:t>
            </a:r>
          </a:p>
          <a:p>
            <a:r>
              <a:rPr lang="en-IN" sz="7200" dirty="0"/>
              <a:t>Each process gets CPU for a </a:t>
            </a:r>
            <a:r>
              <a:rPr lang="en-IN" sz="7200" b="1" dirty="0"/>
              <a:t>fixed time quantum</a:t>
            </a:r>
            <a:endParaRPr lang="en-IN" sz="7200" dirty="0"/>
          </a:p>
          <a:p>
            <a:r>
              <a:rPr lang="en-IN" sz="7200" dirty="0"/>
              <a:t>After quantum expires, process is </a:t>
            </a:r>
            <a:r>
              <a:rPr lang="en-IN" sz="7200" b="1" dirty="0"/>
              <a:t>pre-empted</a:t>
            </a:r>
          </a:p>
          <a:p>
            <a:pPr marL="0" indent="0">
              <a:buNone/>
            </a:pPr>
            <a:r>
              <a:rPr lang="en-US" sz="7200" b="1" dirty="0"/>
              <a:t>Preemption allows the OS to interrupt a running process and reassign the CPU to another process.</a:t>
            </a:r>
            <a:endParaRPr lang="en-IN" sz="7200" b="1" dirty="0"/>
          </a:p>
          <a:p>
            <a:pPr marL="0" indent="0">
              <a:buNone/>
            </a:pPr>
            <a:r>
              <a:rPr lang="en-IN" sz="7200" b="1" dirty="0"/>
              <a:t>Working</a:t>
            </a:r>
          </a:p>
          <a:p>
            <a:r>
              <a:rPr lang="en-IN" sz="7200" dirty="0"/>
              <a:t>CPU assigned for time quantum (q).</a:t>
            </a:r>
          </a:p>
          <a:p>
            <a:r>
              <a:rPr lang="en-IN" sz="7200" dirty="0"/>
              <a:t>If process finishes → exit.</a:t>
            </a:r>
          </a:p>
          <a:p>
            <a:r>
              <a:rPr lang="en-IN" sz="7200" dirty="0"/>
              <a:t>Else → placed at end of ready queue.</a:t>
            </a:r>
          </a:p>
          <a:p>
            <a:pPr marL="0" indent="0">
              <a:buNone/>
            </a:pPr>
            <a:r>
              <a:rPr lang="en-IN" sz="5500" b="1" dirty="0"/>
              <a:t>Advantages</a:t>
            </a:r>
          </a:p>
          <a:p>
            <a:pPr marL="0" indent="0">
              <a:buNone/>
            </a:pPr>
            <a:r>
              <a:rPr lang="en-IN" sz="7200" dirty="0"/>
              <a:t>Fair scheduling</a:t>
            </a:r>
            <a:br>
              <a:rPr lang="en-IN" sz="7200" dirty="0"/>
            </a:br>
            <a:r>
              <a:rPr lang="en-IN" sz="7200" dirty="0"/>
              <a:t>Excellent response time</a:t>
            </a:r>
            <a:br>
              <a:rPr lang="en-IN" sz="7200" dirty="0"/>
            </a:br>
            <a:r>
              <a:rPr lang="en-IN" sz="7200" dirty="0"/>
              <a:t>No starvation</a:t>
            </a:r>
          </a:p>
          <a:p>
            <a:pPr marL="0" indent="0">
              <a:buNone/>
            </a:pPr>
            <a:r>
              <a:rPr lang="en-IN" sz="7200" b="1" dirty="0"/>
              <a:t>Disadvantages</a:t>
            </a:r>
          </a:p>
          <a:p>
            <a:pPr marL="0" indent="0">
              <a:buNone/>
            </a:pPr>
            <a:r>
              <a:rPr lang="en-IN" sz="7200" dirty="0"/>
              <a:t> Performance depends on quantum size</a:t>
            </a:r>
            <a:br>
              <a:rPr lang="en-IN" sz="7200" dirty="0"/>
            </a:br>
            <a:r>
              <a:rPr lang="en-IN" sz="7200" dirty="0"/>
              <a:t>High context switching if quantum too small</a:t>
            </a:r>
          </a:p>
          <a:p>
            <a:pPr marL="0" indent="0">
              <a:buNone/>
            </a:pPr>
            <a:r>
              <a:rPr lang="en-IN" sz="7200" b="1" dirty="0"/>
              <a:t>Quantum Selection</a:t>
            </a:r>
          </a:p>
          <a:p>
            <a:pPr marL="0" indent="0">
              <a:buNone/>
            </a:pPr>
            <a:r>
              <a:rPr lang="en-IN" sz="7200" dirty="0"/>
              <a:t>Small quantum → fast response, high overhead</a:t>
            </a:r>
          </a:p>
          <a:p>
            <a:pPr marL="0" indent="0">
              <a:buNone/>
            </a:pPr>
            <a:r>
              <a:rPr lang="en-IN" sz="7200" dirty="0"/>
              <a:t>Large quantum → behaves like FCFS</a:t>
            </a:r>
          </a:p>
          <a:p>
            <a:pPr marL="0" indent="0">
              <a:buNone/>
            </a:pPr>
            <a:endParaRPr lang="en-IN" dirty="0"/>
          </a:p>
        </p:txBody>
      </p:sp>
    </p:spTree>
    <p:extLst>
      <p:ext uri="{BB962C8B-B14F-4D97-AF65-F5344CB8AC3E}">
        <p14:creationId xmlns:p14="http://schemas.microsoft.com/office/powerpoint/2010/main" val="1360885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BFEAD-2A3C-308A-458B-AB649AB775BE}"/>
              </a:ext>
            </a:extLst>
          </p:cNvPr>
          <p:cNvSpPr>
            <a:spLocks noGrp="1"/>
          </p:cNvSpPr>
          <p:nvPr>
            <p:ph type="title"/>
          </p:nvPr>
        </p:nvSpPr>
        <p:spPr>
          <a:xfrm>
            <a:off x="683046" y="365126"/>
            <a:ext cx="10670754" cy="769612"/>
          </a:xfrm>
        </p:spPr>
        <p:txBody>
          <a:bodyPr>
            <a:normAutofit fontScale="90000"/>
          </a:bodyPr>
          <a:lstStyle/>
          <a:p>
            <a:r>
              <a:rPr lang="en-IN" b="1" dirty="0"/>
              <a:t>Priority Scheduling</a:t>
            </a:r>
            <a:br>
              <a:rPr lang="en-IN" b="1" dirty="0"/>
            </a:br>
            <a:endParaRPr lang="en-IN" dirty="0"/>
          </a:p>
        </p:txBody>
      </p:sp>
      <p:sp>
        <p:nvSpPr>
          <p:cNvPr id="3" name="Content Placeholder 2">
            <a:extLst>
              <a:ext uri="{FF2B5EF4-FFF2-40B4-BE49-F238E27FC236}">
                <a16:creationId xmlns:a16="http://schemas.microsoft.com/office/drawing/2014/main" id="{A2295FDB-4B38-89AD-0490-E11F6063E1B5}"/>
              </a:ext>
            </a:extLst>
          </p:cNvPr>
          <p:cNvSpPr>
            <a:spLocks noGrp="1"/>
          </p:cNvSpPr>
          <p:nvPr>
            <p:ph idx="1"/>
          </p:nvPr>
        </p:nvSpPr>
        <p:spPr>
          <a:xfrm>
            <a:off x="539827" y="925417"/>
            <a:ext cx="10813973" cy="5251546"/>
          </a:xfrm>
        </p:spPr>
        <p:txBody>
          <a:bodyPr>
            <a:normAutofit fontScale="70000" lnSpcReduction="20000"/>
          </a:bodyPr>
          <a:lstStyle/>
          <a:p>
            <a:pPr marL="0" indent="0">
              <a:buNone/>
            </a:pPr>
            <a:r>
              <a:rPr lang="en-IN" b="1" dirty="0"/>
              <a:t>Type : </a:t>
            </a:r>
            <a:r>
              <a:rPr lang="en-IN" dirty="0" err="1"/>
              <a:t>Preemptive</a:t>
            </a:r>
            <a:r>
              <a:rPr lang="en-IN" dirty="0"/>
              <a:t> or Non-</a:t>
            </a:r>
            <a:r>
              <a:rPr lang="en-IN" dirty="0" err="1"/>
              <a:t>Preemptive</a:t>
            </a:r>
            <a:endParaRPr lang="en-IN" dirty="0"/>
          </a:p>
          <a:p>
            <a:pPr marL="0" indent="0">
              <a:buNone/>
            </a:pPr>
            <a:r>
              <a:rPr lang="en-IN" b="1" dirty="0"/>
              <a:t>Concept</a:t>
            </a:r>
          </a:p>
          <a:p>
            <a:pPr marL="0" indent="0">
              <a:buNone/>
            </a:pPr>
            <a:r>
              <a:rPr lang="en-IN" dirty="0"/>
              <a:t>Each process has a </a:t>
            </a:r>
            <a:r>
              <a:rPr lang="en-IN" b="1" dirty="0"/>
              <a:t>priority number</a:t>
            </a:r>
            <a:endParaRPr lang="en-IN" dirty="0"/>
          </a:p>
          <a:p>
            <a:pPr marL="0" indent="0">
              <a:buNone/>
            </a:pPr>
            <a:r>
              <a:rPr lang="en-IN" dirty="0"/>
              <a:t>Higher priority process gets CPU first</a:t>
            </a:r>
          </a:p>
          <a:p>
            <a:pPr marL="0" indent="0">
              <a:buNone/>
            </a:pPr>
            <a:r>
              <a:rPr lang="en-IN" b="1" dirty="0"/>
              <a:t>Working</a:t>
            </a:r>
          </a:p>
          <a:p>
            <a:pPr marL="0" indent="0">
              <a:buNone/>
            </a:pPr>
            <a:r>
              <a:rPr lang="en-IN" dirty="0"/>
              <a:t>CPU selects process with </a:t>
            </a:r>
            <a:r>
              <a:rPr lang="en-IN" b="1" dirty="0"/>
              <a:t>highest priority</a:t>
            </a:r>
            <a:endParaRPr lang="en-IN" dirty="0"/>
          </a:p>
          <a:p>
            <a:pPr marL="0" indent="0">
              <a:buNone/>
            </a:pPr>
            <a:r>
              <a:rPr lang="en-IN" dirty="0" err="1"/>
              <a:t>Preemptive</a:t>
            </a:r>
            <a:r>
              <a:rPr lang="en-IN" dirty="0"/>
              <a:t>: running process can be interrupted</a:t>
            </a:r>
          </a:p>
          <a:p>
            <a:pPr marL="0" indent="0">
              <a:buNone/>
            </a:pPr>
            <a:r>
              <a:rPr lang="en-IN" b="1" dirty="0"/>
              <a:t>Advantages</a:t>
            </a:r>
          </a:p>
          <a:p>
            <a:pPr marL="0" indent="0">
              <a:buNone/>
            </a:pPr>
            <a:r>
              <a:rPr lang="en-IN" dirty="0"/>
              <a:t>Important tasks get CPU quickly</a:t>
            </a:r>
            <a:br>
              <a:rPr lang="en-IN" dirty="0"/>
            </a:br>
            <a:r>
              <a:rPr lang="en-IN" dirty="0"/>
              <a:t>Flexible scheduling</a:t>
            </a:r>
          </a:p>
          <a:p>
            <a:pPr marL="0" indent="0">
              <a:buNone/>
            </a:pPr>
            <a:r>
              <a:rPr lang="en-IN" b="1" dirty="0"/>
              <a:t>Disadvantages</a:t>
            </a:r>
          </a:p>
          <a:p>
            <a:pPr marL="0" indent="0">
              <a:buNone/>
            </a:pPr>
            <a:r>
              <a:rPr lang="en-IN" b="1" dirty="0"/>
              <a:t>Starvation</a:t>
            </a:r>
            <a:r>
              <a:rPr lang="en-IN" dirty="0"/>
              <a:t> of low priority processes</a:t>
            </a:r>
            <a:br>
              <a:rPr lang="en-IN" dirty="0"/>
            </a:br>
            <a:r>
              <a:rPr lang="en-IN" dirty="0"/>
              <a:t>Priority inversion problem</a:t>
            </a:r>
          </a:p>
          <a:p>
            <a:pPr marL="0" indent="0">
              <a:buNone/>
            </a:pPr>
            <a:r>
              <a:rPr lang="en-IN" b="1" dirty="0"/>
              <a:t>Solution</a:t>
            </a:r>
          </a:p>
          <a:p>
            <a:pPr marL="0" indent="0">
              <a:buNone/>
            </a:pPr>
            <a:r>
              <a:rPr lang="en-IN" dirty="0"/>
              <a:t>Aging</a:t>
            </a:r>
            <a:br>
              <a:rPr lang="en-IN" dirty="0"/>
            </a:br>
            <a:r>
              <a:rPr lang="en-IN" dirty="0"/>
              <a:t>Priority inheritance</a:t>
            </a:r>
          </a:p>
          <a:p>
            <a:endParaRPr lang="en-IN" dirty="0"/>
          </a:p>
        </p:txBody>
      </p:sp>
    </p:spTree>
    <p:extLst>
      <p:ext uri="{BB962C8B-B14F-4D97-AF65-F5344CB8AC3E}">
        <p14:creationId xmlns:p14="http://schemas.microsoft.com/office/powerpoint/2010/main" val="1884723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2848</Words>
  <Application>Microsoft Office PowerPoint</Application>
  <PresentationFormat>Widescreen</PresentationFormat>
  <Paragraphs>457</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Unit 2  </vt:lpstr>
      <vt:lpstr>Process: Definition </vt:lpstr>
      <vt:lpstr>PowerPoint Presentation</vt:lpstr>
      <vt:lpstr>PowerPoint Presentation</vt:lpstr>
      <vt:lpstr>PowerPoint Presentation</vt:lpstr>
      <vt:lpstr>PowerPoint Presentation</vt:lpstr>
      <vt:lpstr>PowerPoint Presentation</vt:lpstr>
      <vt:lpstr>Thread: Definition </vt:lpstr>
      <vt:lpstr>Various States of a Thread</vt:lpstr>
      <vt:lpstr>Explanation of Transitions </vt:lpstr>
      <vt:lpstr>Benefits of Threads </vt:lpstr>
      <vt:lpstr>Types of Threads </vt:lpstr>
      <vt:lpstr>User-Level Threads (ULT) </vt:lpstr>
      <vt:lpstr>Kernel-Level Threads (KLT)  </vt:lpstr>
      <vt:lpstr>Hybrid Threads (User + Kernel Threads)  </vt:lpstr>
      <vt:lpstr>Concept of Multithreading </vt:lpstr>
      <vt:lpstr>Process Scheduling </vt:lpstr>
      <vt:lpstr>Scheduling Objectives </vt:lpstr>
      <vt:lpstr>Types of Schedulers in Operating System </vt:lpstr>
      <vt:lpstr>Long-Term Scheduler (Job Scheduler) </vt:lpstr>
      <vt:lpstr>Short-Term Scheduler (CPU Scheduler) </vt:lpstr>
      <vt:lpstr>Medium-Term Scheduler </vt:lpstr>
      <vt:lpstr>Scheduling Criteria </vt:lpstr>
      <vt:lpstr>Scheduling Algorithms </vt:lpstr>
      <vt:lpstr>Common Scheduling Algorithms </vt:lpstr>
      <vt:lpstr>SJF (Shortest Job First) </vt:lpstr>
      <vt:lpstr>PowerPoint Presentation</vt:lpstr>
      <vt:lpstr>Round Robin (RR) </vt:lpstr>
      <vt:lpstr>Priority Scheduling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UPADHYAY</dc:creator>
  <cp:lastModifiedBy>SAKSHI UPADHYAY</cp:lastModifiedBy>
  <cp:revision>1</cp:revision>
  <dcterms:created xsi:type="dcterms:W3CDTF">2025-12-10T00:01:01Z</dcterms:created>
  <dcterms:modified xsi:type="dcterms:W3CDTF">2025-12-16T05:24:53Z</dcterms:modified>
</cp:coreProperties>
</file>